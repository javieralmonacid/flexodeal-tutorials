
<file path=[Content_Types].xml><?xml version="1.0" encoding="utf-8"?>
<Types xmlns="http://schemas.openxmlformats.org/package/2006/content-types">
  <Default Extension="jfif" ContentType="image/jpeg"/>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23"/>
  </p:notesMasterIdLst>
  <p:sldIdLst>
    <p:sldId id="256" r:id="rId2"/>
    <p:sldId id="315" r:id="rId3"/>
    <p:sldId id="319" r:id="rId4"/>
    <p:sldId id="320" r:id="rId5"/>
    <p:sldId id="321" r:id="rId6"/>
    <p:sldId id="322" r:id="rId7"/>
    <p:sldId id="325" r:id="rId8"/>
    <p:sldId id="323" r:id="rId9"/>
    <p:sldId id="326" r:id="rId10"/>
    <p:sldId id="327" r:id="rId11"/>
    <p:sldId id="329" r:id="rId12"/>
    <p:sldId id="328" r:id="rId13"/>
    <p:sldId id="330" r:id="rId14"/>
    <p:sldId id="331" r:id="rId15"/>
    <p:sldId id="332" r:id="rId16"/>
    <p:sldId id="333" r:id="rId17"/>
    <p:sldId id="318" r:id="rId18"/>
    <p:sldId id="334" r:id="rId19"/>
    <p:sldId id="316" r:id="rId20"/>
    <p:sldId id="267" r:id="rId21"/>
    <p:sldId id="314"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000CE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4984"/>
    <p:restoredTop sz="94609"/>
  </p:normalViewPr>
  <p:slideViewPr>
    <p:cSldViewPr snapToGrid="0">
      <p:cViewPr varScale="1">
        <p:scale>
          <a:sx n="103" d="100"/>
          <a:sy n="103" d="100"/>
        </p:scale>
        <p:origin x="200" y="2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diagrams/_rels/data1.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image" Target="../media/image4.svg"/></Relationships>
</file>

<file path=ppt/diagrams/_rels/drawing1.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image" Target="../media/image4.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3441635-9F76-5E41-964B-9A7C05E6E46A}" type="doc">
      <dgm:prSet loTypeId="urn:microsoft.com/office/officeart/2005/8/layout/vList4" loCatId="" qsTypeId="urn:microsoft.com/office/officeart/2005/8/quickstyle/simple1" qsCatId="simple" csTypeId="urn:microsoft.com/office/officeart/2005/8/colors/accent1_2" csCatId="accent1" phldr="1"/>
      <dgm:spPr/>
      <dgm:t>
        <a:bodyPr/>
        <a:lstStyle/>
        <a:p>
          <a:endParaRPr lang="en-US"/>
        </a:p>
      </dgm:t>
    </dgm:pt>
    <dgm:pt modelId="{0DCD15C4-AF05-D144-B533-4332725BB3C6}">
      <dgm:prSet/>
      <dgm:spPr>
        <a:solidFill>
          <a:schemeClr val="accent1"/>
        </a:solidFill>
      </dgm:spPr>
      <dgm:t>
        <a:bodyPr anchor="ctr"/>
        <a:lstStyle/>
        <a:p>
          <a:pPr algn="l"/>
          <a:r>
            <a:rPr lang="en-US" dirty="0"/>
            <a:t>If you clone Flexodeal from the NML’s GitHub page:</a:t>
          </a:r>
          <a:endParaRPr lang="en-CA" dirty="0"/>
        </a:p>
      </dgm:t>
    </dgm:pt>
    <dgm:pt modelId="{1304CFD0-A11B-AB4F-A074-EF96F6A030D0}" type="parTrans" cxnId="{439AC71C-17F5-8B49-98AA-48B0D09D031F}">
      <dgm:prSet/>
      <dgm:spPr/>
      <dgm:t>
        <a:bodyPr/>
        <a:lstStyle/>
        <a:p>
          <a:endParaRPr lang="en-US"/>
        </a:p>
      </dgm:t>
    </dgm:pt>
    <dgm:pt modelId="{6A9ADEA7-BFDD-6443-861E-CA4F75FC8683}" type="sibTrans" cxnId="{439AC71C-17F5-8B49-98AA-48B0D09D031F}">
      <dgm:prSet/>
      <dgm:spPr/>
      <dgm:t>
        <a:bodyPr/>
        <a:lstStyle/>
        <a:p>
          <a:endParaRPr lang="en-US"/>
        </a:p>
      </dgm:t>
    </dgm:pt>
    <dgm:pt modelId="{8222EECB-FEA5-774A-BDB1-6D4B2F030E20}">
      <dgm:prSet/>
      <dgm:spPr>
        <a:solidFill>
          <a:schemeClr val="accent1"/>
        </a:solidFill>
      </dgm:spPr>
      <dgm:t>
        <a:bodyPr anchor="ctr"/>
        <a:lstStyle/>
        <a:p>
          <a:pPr algn="l"/>
          <a:r>
            <a:rPr lang="en-US" dirty="0"/>
            <a:t>You can only perform local changes.</a:t>
          </a:r>
          <a:endParaRPr lang="en-CA" dirty="0"/>
        </a:p>
      </dgm:t>
    </dgm:pt>
    <dgm:pt modelId="{98A5061B-FD4D-5F4C-848C-2286DE073E77}" type="parTrans" cxnId="{0E50ADC7-B247-724F-806A-42B981729D48}">
      <dgm:prSet/>
      <dgm:spPr/>
      <dgm:t>
        <a:bodyPr/>
        <a:lstStyle/>
        <a:p>
          <a:endParaRPr lang="en-US"/>
        </a:p>
      </dgm:t>
    </dgm:pt>
    <dgm:pt modelId="{1247CFB2-DC18-8449-8986-FAC27DE21F3C}" type="sibTrans" cxnId="{0E50ADC7-B247-724F-806A-42B981729D48}">
      <dgm:prSet/>
      <dgm:spPr/>
      <dgm:t>
        <a:bodyPr/>
        <a:lstStyle/>
        <a:p>
          <a:endParaRPr lang="en-US"/>
        </a:p>
      </dgm:t>
    </dgm:pt>
    <dgm:pt modelId="{664D5D54-8314-884A-8763-537D5C743FFF}">
      <dgm:prSet/>
      <dgm:spPr>
        <a:solidFill>
          <a:schemeClr val="accent1"/>
        </a:solidFill>
      </dgm:spPr>
      <dgm:t>
        <a:bodyPr anchor="ctr"/>
        <a:lstStyle/>
        <a:p>
          <a:pPr algn="l"/>
          <a:r>
            <a:rPr lang="en-US" dirty="0"/>
            <a:t>You cannot create remote branches (local branches can still be created).</a:t>
          </a:r>
          <a:endParaRPr lang="en-CA" dirty="0"/>
        </a:p>
      </dgm:t>
    </dgm:pt>
    <dgm:pt modelId="{08132478-1F6C-0C48-8B8F-D6CF4FAD752A}" type="parTrans" cxnId="{903E91FA-253D-1F40-9244-97673C22187F}">
      <dgm:prSet/>
      <dgm:spPr/>
      <dgm:t>
        <a:bodyPr/>
        <a:lstStyle/>
        <a:p>
          <a:endParaRPr lang="en-US"/>
        </a:p>
      </dgm:t>
    </dgm:pt>
    <dgm:pt modelId="{6EF79A47-1067-F445-A4A2-4E9EB150BBD4}" type="sibTrans" cxnId="{903E91FA-253D-1F40-9244-97673C22187F}">
      <dgm:prSet/>
      <dgm:spPr/>
      <dgm:t>
        <a:bodyPr/>
        <a:lstStyle/>
        <a:p>
          <a:endParaRPr lang="en-US"/>
        </a:p>
      </dgm:t>
    </dgm:pt>
    <dgm:pt modelId="{F23D78BB-0AE7-334B-8164-4F2A6C5B1A6A}">
      <dgm:prSet/>
      <dgm:spPr>
        <a:solidFill>
          <a:schemeClr val="accent1"/>
        </a:solidFill>
      </dgm:spPr>
      <dgm:t>
        <a:bodyPr anchor="ctr"/>
        <a:lstStyle/>
        <a:p>
          <a:pPr algn="l"/>
          <a:r>
            <a:rPr lang="en-US" dirty="0"/>
            <a:t>You cannot track your changes.</a:t>
          </a:r>
          <a:endParaRPr lang="en-CA" dirty="0"/>
        </a:p>
      </dgm:t>
    </dgm:pt>
    <dgm:pt modelId="{BC8E3FC5-7DB8-484A-8DBE-E9A7C116C761}" type="parTrans" cxnId="{18D75498-CE1C-224F-B3D5-92854C54B165}">
      <dgm:prSet/>
      <dgm:spPr/>
      <dgm:t>
        <a:bodyPr/>
        <a:lstStyle/>
        <a:p>
          <a:endParaRPr lang="en-US"/>
        </a:p>
      </dgm:t>
    </dgm:pt>
    <dgm:pt modelId="{5BC3C52F-AD59-8041-AF88-77402395E50E}" type="sibTrans" cxnId="{18D75498-CE1C-224F-B3D5-92854C54B165}">
      <dgm:prSet/>
      <dgm:spPr/>
      <dgm:t>
        <a:bodyPr/>
        <a:lstStyle/>
        <a:p>
          <a:endParaRPr lang="en-US"/>
        </a:p>
      </dgm:t>
    </dgm:pt>
    <dgm:pt modelId="{8D0D8956-4248-7343-9A6A-1D0A830A2FBD}">
      <dgm:prSet/>
      <dgm:spPr>
        <a:solidFill>
          <a:schemeClr val="accent1"/>
        </a:solidFill>
      </dgm:spPr>
      <dgm:t>
        <a:bodyPr anchor="ctr"/>
        <a:lstStyle/>
        <a:p>
          <a:r>
            <a:rPr lang="en-US" dirty="0"/>
            <a:t>If you fork Flexodeal, and then clone this repository from your account:</a:t>
          </a:r>
          <a:endParaRPr lang="en-CA" dirty="0"/>
        </a:p>
      </dgm:t>
    </dgm:pt>
    <dgm:pt modelId="{3CF8A54C-4CA9-DE48-B972-D3682A28DCD0}" type="parTrans" cxnId="{7782279D-BF85-4241-830E-227D1443ECFF}">
      <dgm:prSet/>
      <dgm:spPr/>
      <dgm:t>
        <a:bodyPr/>
        <a:lstStyle/>
        <a:p>
          <a:endParaRPr lang="en-US"/>
        </a:p>
      </dgm:t>
    </dgm:pt>
    <dgm:pt modelId="{F475762E-07B4-7A40-8CDF-EDFA948F41E1}" type="sibTrans" cxnId="{7782279D-BF85-4241-830E-227D1443ECFF}">
      <dgm:prSet/>
      <dgm:spPr/>
      <dgm:t>
        <a:bodyPr/>
        <a:lstStyle/>
        <a:p>
          <a:endParaRPr lang="en-US"/>
        </a:p>
      </dgm:t>
    </dgm:pt>
    <dgm:pt modelId="{9A439FBD-2B80-7846-8753-06CA1D989296}">
      <dgm:prSet/>
      <dgm:spPr>
        <a:solidFill>
          <a:schemeClr val="accent1"/>
        </a:solidFill>
      </dgm:spPr>
      <dgm:t>
        <a:bodyPr anchor="ctr"/>
        <a:lstStyle/>
        <a:p>
          <a:r>
            <a:rPr lang="en-US" dirty="0"/>
            <a:t>Your can create multiple branches for different projects and track your changes.</a:t>
          </a:r>
          <a:endParaRPr lang="en-CA" dirty="0"/>
        </a:p>
      </dgm:t>
    </dgm:pt>
    <dgm:pt modelId="{E70DAFCA-B0C3-8B42-B28A-DB2B85218727}" type="parTrans" cxnId="{61F04CE2-9160-D74F-8933-3D2C6C1D48B4}">
      <dgm:prSet/>
      <dgm:spPr/>
      <dgm:t>
        <a:bodyPr/>
        <a:lstStyle/>
        <a:p>
          <a:endParaRPr lang="en-US"/>
        </a:p>
      </dgm:t>
    </dgm:pt>
    <dgm:pt modelId="{37941DB6-8EB6-DA40-9514-47139D6D0673}" type="sibTrans" cxnId="{61F04CE2-9160-D74F-8933-3D2C6C1D48B4}">
      <dgm:prSet/>
      <dgm:spPr/>
      <dgm:t>
        <a:bodyPr/>
        <a:lstStyle/>
        <a:p>
          <a:endParaRPr lang="en-US"/>
        </a:p>
      </dgm:t>
    </dgm:pt>
    <dgm:pt modelId="{D12CF49D-7637-1C48-8B4C-22C75DF9CA67}">
      <dgm:prSet/>
      <dgm:spPr>
        <a:solidFill>
          <a:schemeClr val="accent1"/>
        </a:solidFill>
      </dgm:spPr>
      <dgm:t>
        <a:bodyPr anchor="ctr"/>
        <a:lstStyle/>
        <a:p>
          <a:r>
            <a:rPr lang="en-US" dirty="0"/>
            <a:t>You can fix the version of Flexodeal you’d like to use.</a:t>
          </a:r>
          <a:endParaRPr lang="en-CA" dirty="0"/>
        </a:p>
      </dgm:t>
    </dgm:pt>
    <dgm:pt modelId="{30B740FC-7E65-A64C-8252-9DD1D31BB9ED}" type="parTrans" cxnId="{429FA3C2-F26C-EA4E-8474-9498C5AB6FA1}">
      <dgm:prSet/>
      <dgm:spPr/>
      <dgm:t>
        <a:bodyPr/>
        <a:lstStyle/>
        <a:p>
          <a:endParaRPr lang="en-US"/>
        </a:p>
      </dgm:t>
    </dgm:pt>
    <dgm:pt modelId="{A807CA14-9494-5F40-A1A8-FEE0F9CA6154}" type="sibTrans" cxnId="{429FA3C2-F26C-EA4E-8474-9498C5AB6FA1}">
      <dgm:prSet/>
      <dgm:spPr/>
      <dgm:t>
        <a:bodyPr/>
        <a:lstStyle/>
        <a:p>
          <a:endParaRPr lang="en-US"/>
        </a:p>
      </dgm:t>
    </dgm:pt>
    <dgm:pt modelId="{BFAD33B2-7B28-254B-8F2E-08C26689D117}" type="pres">
      <dgm:prSet presAssocID="{43441635-9F76-5E41-964B-9A7C05E6E46A}" presName="linear" presStyleCnt="0">
        <dgm:presLayoutVars>
          <dgm:dir/>
          <dgm:resizeHandles val="exact"/>
        </dgm:presLayoutVars>
      </dgm:prSet>
      <dgm:spPr/>
    </dgm:pt>
    <dgm:pt modelId="{10D7DA6F-5CE0-ED4E-89CD-CD05A7BAE7F9}" type="pres">
      <dgm:prSet presAssocID="{0DCD15C4-AF05-D144-B533-4332725BB3C6}" presName="comp" presStyleCnt="0"/>
      <dgm:spPr/>
    </dgm:pt>
    <dgm:pt modelId="{261593CB-BC5F-8340-B1B2-BD5425C73602}" type="pres">
      <dgm:prSet presAssocID="{0DCD15C4-AF05-D144-B533-4332725BB3C6}" presName="box" presStyleLbl="node1" presStyleIdx="0" presStyleCnt="2"/>
      <dgm:spPr/>
    </dgm:pt>
    <dgm:pt modelId="{54D63866-5545-4F4B-B3BA-8629A3ED2297}" type="pres">
      <dgm:prSet presAssocID="{0DCD15C4-AF05-D144-B533-4332725BB3C6}" presName="img" presStyleLbl="fgImgPlace1" presStyleIdx="0" presStyleCnt="2"/>
      <dgm:spPr>
        <a:blipFill dpi="0" rotWithShape="1">
          <a:blip xmlns:r="http://schemas.openxmlformats.org/officeDocument/2006/relationships">
            <a:extLst>
              <a:ext uri="{96DAC541-7B7A-43D3-8B79-37D633B846F1}">
                <asvg:svgBlip xmlns:asvg="http://schemas.microsoft.com/office/drawing/2016/SVG/main" r:embed="rId1"/>
              </a:ext>
            </a:extLst>
          </a:blip>
          <a:srcRect/>
          <a:stretch>
            <a:fillRect l="12796" t="10501" r="16170" b="18466"/>
          </a:stretch>
        </a:blipFill>
      </dgm:spPr>
    </dgm:pt>
    <dgm:pt modelId="{F99BFEF0-620E-1844-96A8-C43C9B3754D4}" type="pres">
      <dgm:prSet presAssocID="{0DCD15C4-AF05-D144-B533-4332725BB3C6}" presName="text" presStyleLbl="node1" presStyleIdx="0" presStyleCnt="2">
        <dgm:presLayoutVars>
          <dgm:bulletEnabled val="1"/>
        </dgm:presLayoutVars>
      </dgm:prSet>
      <dgm:spPr/>
    </dgm:pt>
    <dgm:pt modelId="{3922B6DA-0450-3448-ADED-2D48CD26CFF3}" type="pres">
      <dgm:prSet presAssocID="{6A9ADEA7-BFDD-6443-861E-CA4F75FC8683}" presName="spacer" presStyleCnt="0"/>
      <dgm:spPr/>
    </dgm:pt>
    <dgm:pt modelId="{3DC629D0-BA57-494F-8EAE-F5A164FF26A7}" type="pres">
      <dgm:prSet presAssocID="{8D0D8956-4248-7343-9A6A-1D0A830A2FBD}" presName="comp" presStyleCnt="0"/>
      <dgm:spPr/>
    </dgm:pt>
    <dgm:pt modelId="{4E850046-9911-794B-95CD-7495FD24BAB0}" type="pres">
      <dgm:prSet presAssocID="{8D0D8956-4248-7343-9A6A-1D0A830A2FBD}" presName="box" presStyleLbl="node1" presStyleIdx="1" presStyleCnt="2"/>
      <dgm:spPr/>
    </dgm:pt>
    <dgm:pt modelId="{CDE5298E-6846-B748-8920-08E4F9D057D4}" type="pres">
      <dgm:prSet presAssocID="{8D0D8956-4248-7343-9A6A-1D0A830A2FBD}" presName="img" presStyleLbl="fgImgPlace1" presStyleIdx="1" presStyleCnt="2"/>
      <dgm:spPr>
        <a:blipFill dpi="0" rotWithShape="1">
          <a:blip xmlns:r="http://schemas.openxmlformats.org/officeDocument/2006/relationships">
            <a:extLst>
              <a:ext uri="{96DAC541-7B7A-43D3-8B79-37D633B846F1}">
                <asvg:svgBlip xmlns:asvg="http://schemas.microsoft.com/office/drawing/2016/SVG/main" r:embed="rId2"/>
              </a:ext>
            </a:extLst>
          </a:blip>
          <a:srcRect/>
          <a:stretch>
            <a:fillRect l="16618" t="17750" r="14917" b="13785"/>
          </a:stretch>
        </a:blipFill>
      </dgm:spPr>
      <dgm:extLst>
        <a:ext uri="{E40237B7-FDA0-4F09-8148-C483321AD2D9}">
          <dgm14:cNvPr xmlns:dgm14="http://schemas.microsoft.com/office/drawing/2010/diagram" id="0" name="" descr="Checkmark with solid fill"/>
        </a:ext>
      </dgm:extLst>
    </dgm:pt>
    <dgm:pt modelId="{DE181038-40DC-CD40-BFB1-7A6983903E78}" type="pres">
      <dgm:prSet presAssocID="{8D0D8956-4248-7343-9A6A-1D0A830A2FBD}" presName="text" presStyleLbl="node1" presStyleIdx="1" presStyleCnt="2">
        <dgm:presLayoutVars>
          <dgm:bulletEnabled val="1"/>
        </dgm:presLayoutVars>
      </dgm:prSet>
      <dgm:spPr/>
    </dgm:pt>
  </dgm:ptLst>
  <dgm:cxnLst>
    <dgm:cxn modelId="{439AC71C-17F5-8B49-98AA-48B0D09D031F}" srcId="{43441635-9F76-5E41-964B-9A7C05E6E46A}" destId="{0DCD15C4-AF05-D144-B533-4332725BB3C6}" srcOrd="0" destOrd="0" parTransId="{1304CFD0-A11B-AB4F-A074-EF96F6A030D0}" sibTransId="{6A9ADEA7-BFDD-6443-861E-CA4F75FC8683}"/>
    <dgm:cxn modelId="{19254022-102B-8648-B198-907F38F61A6E}" type="presOf" srcId="{8222EECB-FEA5-774A-BDB1-6D4B2F030E20}" destId="{261593CB-BC5F-8340-B1B2-BD5425C73602}" srcOrd="0" destOrd="1" presId="urn:microsoft.com/office/officeart/2005/8/layout/vList4"/>
    <dgm:cxn modelId="{6FE02F24-381D-E34D-B356-B71BB43F02D0}" type="presOf" srcId="{0DCD15C4-AF05-D144-B533-4332725BB3C6}" destId="{F99BFEF0-620E-1844-96A8-C43C9B3754D4}" srcOrd="1" destOrd="0" presId="urn:microsoft.com/office/officeart/2005/8/layout/vList4"/>
    <dgm:cxn modelId="{6389253C-BE3B-0D4B-91EF-8852E3FCE6A5}" type="presOf" srcId="{0DCD15C4-AF05-D144-B533-4332725BB3C6}" destId="{261593CB-BC5F-8340-B1B2-BD5425C73602}" srcOrd="0" destOrd="0" presId="urn:microsoft.com/office/officeart/2005/8/layout/vList4"/>
    <dgm:cxn modelId="{7AFEA947-83AF-914C-9E57-72BBF52C1C6B}" type="presOf" srcId="{664D5D54-8314-884A-8763-537D5C743FFF}" destId="{261593CB-BC5F-8340-B1B2-BD5425C73602}" srcOrd="0" destOrd="2" presId="urn:microsoft.com/office/officeart/2005/8/layout/vList4"/>
    <dgm:cxn modelId="{F35AA64E-E36C-0D4F-A98D-A4AEE04C23CD}" type="presOf" srcId="{664D5D54-8314-884A-8763-537D5C743FFF}" destId="{F99BFEF0-620E-1844-96A8-C43C9B3754D4}" srcOrd="1" destOrd="2" presId="urn:microsoft.com/office/officeart/2005/8/layout/vList4"/>
    <dgm:cxn modelId="{F25E1473-962A-9F4E-B029-EB2727873B70}" type="presOf" srcId="{8D0D8956-4248-7343-9A6A-1D0A830A2FBD}" destId="{DE181038-40DC-CD40-BFB1-7A6983903E78}" srcOrd="1" destOrd="0" presId="urn:microsoft.com/office/officeart/2005/8/layout/vList4"/>
    <dgm:cxn modelId="{282B5A81-5A36-7241-8929-8F01E59CA4A6}" type="presOf" srcId="{8D0D8956-4248-7343-9A6A-1D0A830A2FBD}" destId="{4E850046-9911-794B-95CD-7495FD24BAB0}" srcOrd="0" destOrd="0" presId="urn:microsoft.com/office/officeart/2005/8/layout/vList4"/>
    <dgm:cxn modelId="{9B982892-AC89-8543-98F7-8BD1D4C98CD6}" type="presOf" srcId="{F23D78BB-0AE7-334B-8164-4F2A6C5B1A6A}" destId="{F99BFEF0-620E-1844-96A8-C43C9B3754D4}" srcOrd="1" destOrd="3" presId="urn:microsoft.com/office/officeart/2005/8/layout/vList4"/>
    <dgm:cxn modelId="{18D75498-CE1C-224F-B3D5-92854C54B165}" srcId="{0DCD15C4-AF05-D144-B533-4332725BB3C6}" destId="{F23D78BB-0AE7-334B-8164-4F2A6C5B1A6A}" srcOrd="2" destOrd="0" parTransId="{BC8E3FC5-7DB8-484A-8DBE-E9A7C116C761}" sibTransId="{5BC3C52F-AD59-8041-AF88-77402395E50E}"/>
    <dgm:cxn modelId="{7782279D-BF85-4241-830E-227D1443ECFF}" srcId="{43441635-9F76-5E41-964B-9A7C05E6E46A}" destId="{8D0D8956-4248-7343-9A6A-1D0A830A2FBD}" srcOrd="1" destOrd="0" parTransId="{3CF8A54C-4CA9-DE48-B972-D3682A28DCD0}" sibTransId="{F475762E-07B4-7A40-8CDF-EDFA948F41E1}"/>
    <dgm:cxn modelId="{A2A8E2A9-6BCA-B245-B06A-102A385D9E9A}" type="presOf" srcId="{9A439FBD-2B80-7846-8753-06CA1D989296}" destId="{4E850046-9911-794B-95CD-7495FD24BAB0}" srcOrd="0" destOrd="1" presId="urn:microsoft.com/office/officeart/2005/8/layout/vList4"/>
    <dgm:cxn modelId="{DA87F8AA-3343-EF47-B9C6-8DAD0898E0B1}" type="presOf" srcId="{F23D78BB-0AE7-334B-8164-4F2A6C5B1A6A}" destId="{261593CB-BC5F-8340-B1B2-BD5425C73602}" srcOrd="0" destOrd="3" presId="urn:microsoft.com/office/officeart/2005/8/layout/vList4"/>
    <dgm:cxn modelId="{538CDAB0-5105-8B41-B0AE-22006046CC02}" type="presOf" srcId="{9A439FBD-2B80-7846-8753-06CA1D989296}" destId="{DE181038-40DC-CD40-BFB1-7A6983903E78}" srcOrd="1" destOrd="1" presId="urn:microsoft.com/office/officeart/2005/8/layout/vList4"/>
    <dgm:cxn modelId="{429FA3C2-F26C-EA4E-8474-9498C5AB6FA1}" srcId="{8D0D8956-4248-7343-9A6A-1D0A830A2FBD}" destId="{D12CF49D-7637-1C48-8B4C-22C75DF9CA67}" srcOrd="1" destOrd="0" parTransId="{30B740FC-7E65-A64C-8252-9DD1D31BB9ED}" sibTransId="{A807CA14-9494-5F40-A1A8-FEE0F9CA6154}"/>
    <dgm:cxn modelId="{BE37AEC3-F84F-044D-8BF8-C6050B67E805}" type="presOf" srcId="{8222EECB-FEA5-774A-BDB1-6D4B2F030E20}" destId="{F99BFEF0-620E-1844-96A8-C43C9B3754D4}" srcOrd="1" destOrd="1" presId="urn:microsoft.com/office/officeart/2005/8/layout/vList4"/>
    <dgm:cxn modelId="{0E50ADC7-B247-724F-806A-42B981729D48}" srcId="{0DCD15C4-AF05-D144-B533-4332725BB3C6}" destId="{8222EECB-FEA5-774A-BDB1-6D4B2F030E20}" srcOrd="0" destOrd="0" parTransId="{98A5061B-FD4D-5F4C-848C-2286DE073E77}" sibTransId="{1247CFB2-DC18-8449-8986-FAC27DE21F3C}"/>
    <dgm:cxn modelId="{E3CF94DD-87CD-6C41-AE6B-AE00A2745627}" type="presOf" srcId="{D12CF49D-7637-1C48-8B4C-22C75DF9CA67}" destId="{DE181038-40DC-CD40-BFB1-7A6983903E78}" srcOrd="1" destOrd="2" presId="urn:microsoft.com/office/officeart/2005/8/layout/vList4"/>
    <dgm:cxn modelId="{229954DF-82B5-6944-BE2F-669BC64BEA1F}" type="presOf" srcId="{43441635-9F76-5E41-964B-9A7C05E6E46A}" destId="{BFAD33B2-7B28-254B-8F2E-08C26689D117}" srcOrd="0" destOrd="0" presId="urn:microsoft.com/office/officeart/2005/8/layout/vList4"/>
    <dgm:cxn modelId="{7434D8E0-AD03-0948-BEF6-E25D1839DBF9}" type="presOf" srcId="{D12CF49D-7637-1C48-8B4C-22C75DF9CA67}" destId="{4E850046-9911-794B-95CD-7495FD24BAB0}" srcOrd="0" destOrd="2" presId="urn:microsoft.com/office/officeart/2005/8/layout/vList4"/>
    <dgm:cxn modelId="{61F04CE2-9160-D74F-8933-3D2C6C1D48B4}" srcId="{8D0D8956-4248-7343-9A6A-1D0A830A2FBD}" destId="{9A439FBD-2B80-7846-8753-06CA1D989296}" srcOrd="0" destOrd="0" parTransId="{E70DAFCA-B0C3-8B42-B28A-DB2B85218727}" sibTransId="{37941DB6-8EB6-DA40-9514-47139D6D0673}"/>
    <dgm:cxn modelId="{903E91FA-253D-1F40-9244-97673C22187F}" srcId="{0DCD15C4-AF05-D144-B533-4332725BB3C6}" destId="{664D5D54-8314-884A-8763-537D5C743FFF}" srcOrd="1" destOrd="0" parTransId="{08132478-1F6C-0C48-8B8F-D6CF4FAD752A}" sibTransId="{6EF79A47-1067-F445-A4A2-4E9EB150BBD4}"/>
    <dgm:cxn modelId="{958DE6FC-0FBC-8A47-86F4-D93737997A27}" type="presParOf" srcId="{BFAD33B2-7B28-254B-8F2E-08C26689D117}" destId="{10D7DA6F-5CE0-ED4E-89CD-CD05A7BAE7F9}" srcOrd="0" destOrd="0" presId="urn:microsoft.com/office/officeart/2005/8/layout/vList4"/>
    <dgm:cxn modelId="{C70A8552-D0C0-3848-BC74-A9E02AB8EF0D}" type="presParOf" srcId="{10D7DA6F-5CE0-ED4E-89CD-CD05A7BAE7F9}" destId="{261593CB-BC5F-8340-B1B2-BD5425C73602}" srcOrd="0" destOrd="0" presId="urn:microsoft.com/office/officeart/2005/8/layout/vList4"/>
    <dgm:cxn modelId="{5C78F36D-4405-3443-8ED9-B3B4929AC1CF}" type="presParOf" srcId="{10D7DA6F-5CE0-ED4E-89CD-CD05A7BAE7F9}" destId="{54D63866-5545-4F4B-B3BA-8629A3ED2297}" srcOrd="1" destOrd="0" presId="urn:microsoft.com/office/officeart/2005/8/layout/vList4"/>
    <dgm:cxn modelId="{9CEB2758-DD77-854B-9C0D-20FD7C260FA4}" type="presParOf" srcId="{10D7DA6F-5CE0-ED4E-89CD-CD05A7BAE7F9}" destId="{F99BFEF0-620E-1844-96A8-C43C9B3754D4}" srcOrd="2" destOrd="0" presId="urn:microsoft.com/office/officeart/2005/8/layout/vList4"/>
    <dgm:cxn modelId="{0B396FB9-C8B0-5349-B892-EE3245D8D50C}" type="presParOf" srcId="{BFAD33B2-7B28-254B-8F2E-08C26689D117}" destId="{3922B6DA-0450-3448-ADED-2D48CD26CFF3}" srcOrd="1" destOrd="0" presId="urn:microsoft.com/office/officeart/2005/8/layout/vList4"/>
    <dgm:cxn modelId="{8786E850-D0CE-9C44-AEDD-30B5FC97FEDF}" type="presParOf" srcId="{BFAD33B2-7B28-254B-8F2E-08C26689D117}" destId="{3DC629D0-BA57-494F-8EAE-F5A164FF26A7}" srcOrd="2" destOrd="0" presId="urn:microsoft.com/office/officeart/2005/8/layout/vList4"/>
    <dgm:cxn modelId="{BC430E33-B6B3-5948-82AF-058049F3D8A6}" type="presParOf" srcId="{3DC629D0-BA57-494F-8EAE-F5A164FF26A7}" destId="{4E850046-9911-794B-95CD-7495FD24BAB0}" srcOrd="0" destOrd="0" presId="urn:microsoft.com/office/officeart/2005/8/layout/vList4"/>
    <dgm:cxn modelId="{3292AF4E-0033-B14D-BA3E-11634489CF48}" type="presParOf" srcId="{3DC629D0-BA57-494F-8EAE-F5A164FF26A7}" destId="{CDE5298E-6846-B748-8920-08E4F9D057D4}" srcOrd="1" destOrd="0" presId="urn:microsoft.com/office/officeart/2005/8/layout/vList4"/>
    <dgm:cxn modelId="{110C52B3-92DE-0644-9025-655AAB1E9711}" type="presParOf" srcId="{3DC629D0-BA57-494F-8EAE-F5A164FF26A7}" destId="{DE181038-40DC-CD40-BFB1-7A6983903E78}" srcOrd="2" destOrd="0" presId="urn:microsoft.com/office/officeart/2005/8/layout/vList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86EAFD6-CF94-6B41-9305-8FE988AD5B2F}" type="doc">
      <dgm:prSet loTypeId="urn:microsoft.com/office/officeart/2005/8/layout/vList5" loCatId="" qsTypeId="urn:microsoft.com/office/officeart/2005/8/quickstyle/simple1" qsCatId="simple" csTypeId="urn:microsoft.com/office/officeart/2005/8/colors/accent1_2" csCatId="accent1" phldr="1"/>
      <dgm:spPr/>
      <dgm:t>
        <a:bodyPr/>
        <a:lstStyle/>
        <a:p>
          <a:endParaRPr lang="en-US"/>
        </a:p>
      </dgm:t>
    </dgm:pt>
    <dgm:pt modelId="{FD89FBD1-180C-B443-AF58-0B2B63B028F0}">
      <dgm:prSet phldrT="[Text]" custT="1"/>
      <dgm:spPr/>
      <dgm:t>
        <a:bodyPr/>
        <a:lstStyle/>
        <a:p>
          <a:r>
            <a:rPr lang="en-US" sz="1800" b="1" dirty="0"/>
            <a:t>Reproducibility</a:t>
          </a:r>
        </a:p>
      </dgm:t>
    </dgm:pt>
    <dgm:pt modelId="{0BEC8B30-8158-EB4A-B983-3B55B093EB99}" type="parTrans" cxnId="{F221513A-14F5-904D-900B-6F07F0C50E03}">
      <dgm:prSet/>
      <dgm:spPr/>
      <dgm:t>
        <a:bodyPr/>
        <a:lstStyle/>
        <a:p>
          <a:endParaRPr lang="en-US"/>
        </a:p>
      </dgm:t>
    </dgm:pt>
    <dgm:pt modelId="{4571E9D4-5CC6-2748-BED7-9D55C4D2473D}" type="sibTrans" cxnId="{F221513A-14F5-904D-900B-6F07F0C50E03}">
      <dgm:prSet/>
      <dgm:spPr/>
      <dgm:t>
        <a:bodyPr/>
        <a:lstStyle/>
        <a:p>
          <a:endParaRPr lang="en-US"/>
        </a:p>
      </dgm:t>
    </dgm:pt>
    <dgm:pt modelId="{250481A2-138D-FB46-A2FC-84897E0DB253}">
      <dgm:prSet phldrT="[Text]"/>
      <dgm:spPr/>
      <dgm:t>
        <a:bodyPr/>
        <a:lstStyle/>
        <a:p>
          <a:pPr algn="l"/>
          <a:r>
            <a:rPr lang="en-US" dirty="0"/>
            <a:t>Recover the exact code used for results.</a:t>
          </a:r>
        </a:p>
      </dgm:t>
    </dgm:pt>
    <dgm:pt modelId="{9A083192-17D0-114B-9D95-B027673868F5}" type="parTrans" cxnId="{1BA4C9BD-DD65-C649-8692-EECAFB82FFCC}">
      <dgm:prSet/>
      <dgm:spPr/>
      <dgm:t>
        <a:bodyPr/>
        <a:lstStyle/>
        <a:p>
          <a:endParaRPr lang="en-US"/>
        </a:p>
      </dgm:t>
    </dgm:pt>
    <dgm:pt modelId="{670C9206-B90F-954A-BCA1-63A9F51FF81A}" type="sibTrans" cxnId="{1BA4C9BD-DD65-C649-8692-EECAFB82FFCC}">
      <dgm:prSet/>
      <dgm:spPr/>
      <dgm:t>
        <a:bodyPr/>
        <a:lstStyle/>
        <a:p>
          <a:endParaRPr lang="en-US"/>
        </a:p>
      </dgm:t>
    </dgm:pt>
    <dgm:pt modelId="{B082D332-1D1A-0F47-92DC-25037C5774A9}">
      <dgm:prSet phldrT="[Text]"/>
      <dgm:spPr/>
      <dgm:t>
        <a:bodyPr/>
        <a:lstStyle/>
        <a:p>
          <a:pPr algn="l"/>
          <a:r>
            <a:rPr lang="en-US" dirty="0"/>
            <a:t>Re-run experiments months (or years) later.</a:t>
          </a:r>
        </a:p>
      </dgm:t>
    </dgm:pt>
    <dgm:pt modelId="{A36B1F6D-905A-AF47-836C-F9BB928F1881}" type="parTrans" cxnId="{E521D907-7D82-DC49-B5BA-6B09989E4740}">
      <dgm:prSet/>
      <dgm:spPr/>
      <dgm:t>
        <a:bodyPr/>
        <a:lstStyle/>
        <a:p>
          <a:endParaRPr lang="en-US"/>
        </a:p>
      </dgm:t>
    </dgm:pt>
    <dgm:pt modelId="{E9051A6B-F30E-DE4F-93AD-64C5C8259B9F}" type="sibTrans" cxnId="{E521D907-7D82-DC49-B5BA-6B09989E4740}">
      <dgm:prSet/>
      <dgm:spPr/>
      <dgm:t>
        <a:bodyPr/>
        <a:lstStyle/>
        <a:p>
          <a:endParaRPr lang="en-US"/>
        </a:p>
      </dgm:t>
    </dgm:pt>
    <dgm:pt modelId="{2438D4C6-5DF1-7443-884F-A8510A23464C}">
      <dgm:prSet phldrT="[Text]" custT="1"/>
      <dgm:spPr/>
      <dgm:t>
        <a:bodyPr/>
        <a:lstStyle/>
        <a:p>
          <a:r>
            <a:rPr lang="en-US" sz="1800" b="1" dirty="0"/>
            <a:t>Debugging &amp; Validation</a:t>
          </a:r>
        </a:p>
      </dgm:t>
    </dgm:pt>
    <dgm:pt modelId="{1F4D22AD-47B6-B04D-B30F-2687AEADB62D}" type="parTrans" cxnId="{65AB033F-F223-9C4C-97EE-BC55CCBA86AC}">
      <dgm:prSet/>
      <dgm:spPr/>
      <dgm:t>
        <a:bodyPr/>
        <a:lstStyle/>
        <a:p>
          <a:endParaRPr lang="en-US"/>
        </a:p>
      </dgm:t>
    </dgm:pt>
    <dgm:pt modelId="{56EE5738-2484-8847-A6A5-4455EC4F3EEB}" type="sibTrans" cxnId="{65AB033F-F223-9C4C-97EE-BC55CCBA86AC}">
      <dgm:prSet/>
      <dgm:spPr/>
      <dgm:t>
        <a:bodyPr/>
        <a:lstStyle/>
        <a:p>
          <a:endParaRPr lang="en-US"/>
        </a:p>
      </dgm:t>
    </dgm:pt>
    <dgm:pt modelId="{DCF8E6D1-4BB1-8C48-96D2-1F66D7524BDA}">
      <dgm:prSet phldrT="[Text]"/>
      <dgm:spPr/>
      <dgm:t>
        <a:bodyPr/>
        <a:lstStyle/>
        <a:p>
          <a:r>
            <a:rPr lang="en-US" dirty="0"/>
            <a:t>Identify</a:t>
          </a:r>
          <a:r>
            <a:rPr lang="en-US" i="1" dirty="0"/>
            <a:t> when</a:t>
          </a:r>
          <a:r>
            <a:rPr lang="en-US" i="0" dirty="0"/>
            <a:t> and </a:t>
          </a:r>
          <a:r>
            <a:rPr lang="en-US" i="1" dirty="0"/>
            <a:t>why</a:t>
          </a:r>
          <a:r>
            <a:rPr lang="en-US" i="0" dirty="0"/>
            <a:t> results changed.</a:t>
          </a:r>
          <a:endParaRPr lang="en-US" dirty="0"/>
        </a:p>
      </dgm:t>
    </dgm:pt>
    <dgm:pt modelId="{149A386F-5008-A348-ACC2-8D7426376590}" type="parTrans" cxnId="{8B0C4965-0DE9-C344-B412-1327D301B099}">
      <dgm:prSet/>
      <dgm:spPr/>
      <dgm:t>
        <a:bodyPr/>
        <a:lstStyle/>
        <a:p>
          <a:endParaRPr lang="en-US"/>
        </a:p>
      </dgm:t>
    </dgm:pt>
    <dgm:pt modelId="{483D58FD-8135-BB4A-8257-DE78FD424AFB}" type="sibTrans" cxnId="{8B0C4965-0DE9-C344-B412-1327D301B099}">
      <dgm:prSet/>
      <dgm:spPr/>
      <dgm:t>
        <a:bodyPr/>
        <a:lstStyle/>
        <a:p>
          <a:endParaRPr lang="en-US"/>
        </a:p>
      </dgm:t>
    </dgm:pt>
    <dgm:pt modelId="{A3878D3B-8F17-4E4B-BA0E-002BBDAED9A1}">
      <dgm:prSet phldrT="[Text]"/>
      <dgm:spPr/>
      <dgm:t>
        <a:bodyPr/>
        <a:lstStyle/>
        <a:p>
          <a:r>
            <a:rPr lang="en-US" dirty="0"/>
            <a:t>Compare working vs broken versions.</a:t>
          </a:r>
        </a:p>
      </dgm:t>
    </dgm:pt>
    <dgm:pt modelId="{658B768D-47A3-4A4A-B8E6-6F364E64C664}" type="parTrans" cxnId="{C25C1B48-00C9-AB42-91F4-A98901CE196E}">
      <dgm:prSet/>
      <dgm:spPr/>
      <dgm:t>
        <a:bodyPr/>
        <a:lstStyle/>
        <a:p>
          <a:endParaRPr lang="en-US"/>
        </a:p>
      </dgm:t>
    </dgm:pt>
    <dgm:pt modelId="{29D7F1BD-CFB4-2E40-83CC-E8863C3F286F}" type="sibTrans" cxnId="{C25C1B48-00C9-AB42-91F4-A98901CE196E}">
      <dgm:prSet/>
      <dgm:spPr/>
      <dgm:t>
        <a:bodyPr/>
        <a:lstStyle/>
        <a:p>
          <a:endParaRPr lang="en-US"/>
        </a:p>
      </dgm:t>
    </dgm:pt>
    <dgm:pt modelId="{0672A20C-740E-DD4B-8452-1CD100492826}">
      <dgm:prSet phldrT="[Text]" custT="1"/>
      <dgm:spPr/>
      <dgm:t>
        <a:bodyPr/>
        <a:lstStyle/>
        <a:p>
          <a:r>
            <a:rPr lang="en-US" sz="1800" b="1" dirty="0"/>
            <a:t>Collaboration</a:t>
          </a:r>
        </a:p>
      </dgm:t>
    </dgm:pt>
    <dgm:pt modelId="{2F59FC83-6E0E-544F-A513-9835A3D51E4F}" type="parTrans" cxnId="{C0507C20-D8C4-2243-9B98-4EFB32B171D0}">
      <dgm:prSet/>
      <dgm:spPr/>
      <dgm:t>
        <a:bodyPr/>
        <a:lstStyle/>
        <a:p>
          <a:endParaRPr lang="en-US"/>
        </a:p>
      </dgm:t>
    </dgm:pt>
    <dgm:pt modelId="{623D575D-1D93-1C4C-8D27-9F4673FFC768}" type="sibTrans" cxnId="{C0507C20-D8C4-2243-9B98-4EFB32B171D0}">
      <dgm:prSet/>
      <dgm:spPr/>
      <dgm:t>
        <a:bodyPr/>
        <a:lstStyle/>
        <a:p>
          <a:endParaRPr lang="en-US"/>
        </a:p>
      </dgm:t>
    </dgm:pt>
    <dgm:pt modelId="{9056715E-4522-364A-8C40-39AD57AFC272}">
      <dgm:prSet phldrT="[Text]"/>
      <dgm:spPr/>
      <dgm:t>
        <a:bodyPr/>
        <a:lstStyle/>
        <a:p>
          <a:r>
            <a:rPr lang="en-US" dirty="0"/>
            <a:t>Share clear, traceable contributions.</a:t>
          </a:r>
        </a:p>
      </dgm:t>
    </dgm:pt>
    <dgm:pt modelId="{EADA5371-DB07-154D-95F6-B2F55CB9408F}" type="parTrans" cxnId="{26EF85D1-9970-3044-AF2F-9C400C9037D9}">
      <dgm:prSet/>
      <dgm:spPr/>
      <dgm:t>
        <a:bodyPr/>
        <a:lstStyle/>
        <a:p>
          <a:endParaRPr lang="en-US"/>
        </a:p>
      </dgm:t>
    </dgm:pt>
    <dgm:pt modelId="{15320F97-FCE7-C441-BE35-C6E7C49AC452}" type="sibTrans" cxnId="{26EF85D1-9970-3044-AF2F-9C400C9037D9}">
      <dgm:prSet/>
      <dgm:spPr/>
      <dgm:t>
        <a:bodyPr/>
        <a:lstStyle/>
        <a:p>
          <a:endParaRPr lang="en-US"/>
        </a:p>
      </dgm:t>
    </dgm:pt>
    <dgm:pt modelId="{7D31E976-E083-1344-849A-CCE3BCA269CD}">
      <dgm:prSet phldrT="[Text]"/>
      <dgm:spPr/>
      <dgm:t>
        <a:bodyPr/>
        <a:lstStyle/>
        <a:p>
          <a:r>
            <a:rPr lang="en-US" dirty="0"/>
            <a:t>Enable others to review and build on your work.</a:t>
          </a:r>
        </a:p>
      </dgm:t>
    </dgm:pt>
    <dgm:pt modelId="{67334E62-62CC-1C46-8EC4-C6A3FC961C96}" type="parTrans" cxnId="{568993D3-5531-424C-8E70-BF11150A24D2}">
      <dgm:prSet/>
      <dgm:spPr/>
      <dgm:t>
        <a:bodyPr/>
        <a:lstStyle/>
        <a:p>
          <a:endParaRPr lang="en-US"/>
        </a:p>
      </dgm:t>
    </dgm:pt>
    <dgm:pt modelId="{59B2AAC6-4107-FF44-B5CB-99071EC79D37}" type="sibTrans" cxnId="{568993D3-5531-424C-8E70-BF11150A24D2}">
      <dgm:prSet/>
      <dgm:spPr/>
      <dgm:t>
        <a:bodyPr/>
        <a:lstStyle/>
        <a:p>
          <a:endParaRPr lang="en-US"/>
        </a:p>
      </dgm:t>
    </dgm:pt>
    <dgm:pt modelId="{B10303E2-A767-B841-91BB-38511AFB1D54}">
      <dgm:prSet custT="1"/>
      <dgm:spPr/>
      <dgm:t>
        <a:bodyPr/>
        <a:lstStyle/>
        <a:p>
          <a:r>
            <a:rPr lang="en-US" sz="1800" b="1" dirty="0"/>
            <a:t>Project Management</a:t>
          </a:r>
        </a:p>
      </dgm:t>
    </dgm:pt>
    <dgm:pt modelId="{44DBFCCE-8E9A-DB46-8A1A-15AC5147560B}" type="parTrans" cxnId="{6433E9D9-68C3-444E-B150-23E5ABE860F3}">
      <dgm:prSet/>
      <dgm:spPr/>
      <dgm:t>
        <a:bodyPr/>
        <a:lstStyle/>
        <a:p>
          <a:endParaRPr lang="en-US"/>
        </a:p>
      </dgm:t>
    </dgm:pt>
    <dgm:pt modelId="{48DA7492-9C6D-644A-BF78-6062E1735F79}" type="sibTrans" cxnId="{6433E9D9-68C3-444E-B150-23E5ABE860F3}">
      <dgm:prSet/>
      <dgm:spPr/>
      <dgm:t>
        <a:bodyPr/>
        <a:lstStyle/>
        <a:p>
          <a:endParaRPr lang="en-US"/>
        </a:p>
      </dgm:t>
    </dgm:pt>
    <dgm:pt modelId="{4AA07A35-83FB-ED44-9421-92B830745694}">
      <dgm:prSet/>
      <dgm:spPr/>
      <dgm:t>
        <a:bodyPr/>
        <a:lstStyle/>
        <a:p>
          <a:r>
            <a:rPr lang="en-US" dirty="0"/>
            <a:t>Keep features and experiments organized.</a:t>
          </a:r>
        </a:p>
      </dgm:t>
    </dgm:pt>
    <dgm:pt modelId="{A1138D7C-492F-E34D-AA93-702F15C7B723}" type="parTrans" cxnId="{160AF135-6B47-6447-93AF-81AAB4CE583B}">
      <dgm:prSet/>
      <dgm:spPr/>
      <dgm:t>
        <a:bodyPr/>
        <a:lstStyle/>
        <a:p>
          <a:endParaRPr lang="en-US"/>
        </a:p>
      </dgm:t>
    </dgm:pt>
    <dgm:pt modelId="{CD03E552-81AE-644B-B686-65D8F1FB7025}" type="sibTrans" cxnId="{160AF135-6B47-6447-93AF-81AAB4CE583B}">
      <dgm:prSet/>
      <dgm:spPr/>
      <dgm:t>
        <a:bodyPr/>
        <a:lstStyle/>
        <a:p>
          <a:endParaRPr lang="en-US"/>
        </a:p>
      </dgm:t>
    </dgm:pt>
    <dgm:pt modelId="{4A09CD65-C1C3-C240-86C7-51BFA33CAEF0}">
      <dgm:prSet phldrT="[Text]"/>
      <dgm:spPr/>
      <dgm:t>
        <a:bodyPr/>
        <a:lstStyle/>
        <a:p>
          <a:pPr algn="l"/>
          <a:r>
            <a:rPr lang="en-US" dirty="0"/>
            <a:t>Ensure consistency across papers and collaborators.</a:t>
          </a:r>
        </a:p>
      </dgm:t>
    </dgm:pt>
    <dgm:pt modelId="{143C759A-E8BF-7E41-9591-C9F9495C98B2}" type="parTrans" cxnId="{C13D71BD-5BA0-0F4C-8952-A739122FF79C}">
      <dgm:prSet/>
      <dgm:spPr/>
      <dgm:t>
        <a:bodyPr/>
        <a:lstStyle/>
        <a:p>
          <a:endParaRPr lang="en-US"/>
        </a:p>
      </dgm:t>
    </dgm:pt>
    <dgm:pt modelId="{2C6C079A-89DC-0E4B-8BDB-67A5A16100E6}" type="sibTrans" cxnId="{C13D71BD-5BA0-0F4C-8952-A739122FF79C}">
      <dgm:prSet/>
      <dgm:spPr/>
      <dgm:t>
        <a:bodyPr/>
        <a:lstStyle/>
        <a:p>
          <a:endParaRPr lang="en-US"/>
        </a:p>
      </dgm:t>
    </dgm:pt>
    <dgm:pt modelId="{21E9BF29-189E-374D-B205-8366FF11E322}">
      <dgm:prSet phldrT="[Text]"/>
      <dgm:spPr/>
      <dgm:t>
        <a:bodyPr/>
        <a:lstStyle/>
        <a:p>
          <a:r>
            <a:rPr lang="en-US" dirty="0"/>
            <a:t>Safely experiment without losing stable code.</a:t>
          </a:r>
        </a:p>
      </dgm:t>
    </dgm:pt>
    <dgm:pt modelId="{2C65F0DC-7B16-0B4A-AF65-8ADDF2C72877}" type="parTrans" cxnId="{2C01BE53-8EE8-584A-B9E9-B2ADF565ACAB}">
      <dgm:prSet/>
      <dgm:spPr/>
      <dgm:t>
        <a:bodyPr/>
        <a:lstStyle/>
        <a:p>
          <a:endParaRPr lang="en-US"/>
        </a:p>
      </dgm:t>
    </dgm:pt>
    <dgm:pt modelId="{0B969E79-2635-D940-A0F0-B4A857EE4A34}" type="sibTrans" cxnId="{2C01BE53-8EE8-584A-B9E9-B2ADF565ACAB}">
      <dgm:prSet/>
      <dgm:spPr/>
      <dgm:t>
        <a:bodyPr/>
        <a:lstStyle/>
        <a:p>
          <a:endParaRPr lang="en-US"/>
        </a:p>
      </dgm:t>
    </dgm:pt>
    <dgm:pt modelId="{981C7E0B-4A40-BF46-8665-E92926CAFB9F}">
      <dgm:prSet phldrT="[Text]"/>
      <dgm:spPr/>
      <dgm:t>
        <a:bodyPr/>
        <a:lstStyle/>
        <a:p>
          <a:r>
            <a:rPr lang="en-US" dirty="0"/>
            <a:t>Avoid overwriting or losing teammates’ changes.</a:t>
          </a:r>
        </a:p>
      </dgm:t>
    </dgm:pt>
    <dgm:pt modelId="{3D548E79-5D15-B146-ACDF-17CC400DBA7C}" type="parTrans" cxnId="{B2B1B062-E442-A94A-AC3C-BBCF6E100FC7}">
      <dgm:prSet/>
      <dgm:spPr/>
      <dgm:t>
        <a:bodyPr/>
        <a:lstStyle/>
        <a:p>
          <a:endParaRPr lang="en-US"/>
        </a:p>
      </dgm:t>
    </dgm:pt>
    <dgm:pt modelId="{C140A725-2F5E-004F-B16D-4BF45C958EBD}" type="sibTrans" cxnId="{B2B1B062-E442-A94A-AC3C-BBCF6E100FC7}">
      <dgm:prSet/>
      <dgm:spPr/>
      <dgm:t>
        <a:bodyPr/>
        <a:lstStyle/>
        <a:p>
          <a:endParaRPr lang="en-US"/>
        </a:p>
      </dgm:t>
    </dgm:pt>
    <dgm:pt modelId="{6BDBA55C-9531-A947-BE61-FCF1CC48990D}">
      <dgm:prSet/>
      <dgm:spPr/>
      <dgm:t>
        <a:bodyPr/>
        <a:lstStyle/>
        <a:p>
          <a:r>
            <a:rPr lang="en-US" dirty="0"/>
            <a:t>Work on multiple ideas in parallel (via branches).</a:t>
          </a:r>
        </a:p>
      </dgm:t>
    </dgm:pt>
    <dgm:pt modelId="{AA36B4C6-3953-F64C-8F97-B96DB57DE375}" type="parTrans" cxnId="{6F84AF9A-343F-BB41-AB28-F60104C1F789}">
      <dgm:prSet/>
      <dgm:spPr/>
      <dgm:t>
        <a:bodyPr/>
        <a:lstStyle/>
        <a:p>
          <a:endParaRPr lang="en-US"/>
        </a:p>
      </dgm:t>
    </dgm:pt>
    <dgm:pt modelId="{7528A226-3038-1A4D-BD9D-7E9C7952CAEC}" type="sibTrans" cxnId="{6F84AF9A-343F-BB41-AB28-F60104C1F789}">
      <dgm:prSet/>
      <dgm:spPr/>
      <dgm:t>
        <a:bodyPr/>
        <a:lstStyle/>
        <a:p>
          <a:endParaRPr lang="en-US"/>
        </a:p>
      </dgm:t>
    </dgm:pt>
    <dgm:pt modelId="{744BB3E3-2780-0B46-B0C0-A001579CCEE1}">
      <dgm:prSet/>
      <dgm:spPr/>
      <dgm:t>
        <a:bodyPr/>
        <a:lstStyle/>
        <a:p>
          <a:r>
            <a:rPr lang="en-US" dirty="0"/>
            <a:t>Maintain a clean, structured codebase.</a:t>
          </a:r>
        </a:p>
      </dgm:t>
    </dgm:pt>
    <dgm:pt modelId="{4A34C7A8-EED8-5947-A652-AB48B309B8E9}" type="parTrans" cxnId="{56F54962-D67B-0D4F-846A-0CBDE328B7EE}">
      <dgm:prSet/>
      <dgm:spPr/>
      <dgm:t>
        <a:bodyPr/>
        <a:lstStyle/>
        <a:p>
          <a:endParaRPr lang="en-US"/>
        </a:p>
      </dgm:t>
    </dgm:pt>
    <dgm:pt modelId="{0307CD7D-7362-3C48-A858-565CBDF673A3}" type="sibTrans" cxnId="{56F54962-D67B-0D4F-846A-0CBDE328B7EE}">
      <dgm:prSet/>
      <dgm:spPr/>
      <dgm:t>
        <a:bodyPr/>
        <a:lstStyle/>
        <a:p>
          <a:endParaRPr lang="en-US"/>
        </a:p>
      </dgm:t>
    </dgm:pt>
    <dgm:pt modelId="{A119BA17-0306-974D-AA97-60412DBC8BB8}">
      <dgm:prSet custT="1"/>
      <dgm:spPr/>
      <dgm:t>
        <a:bodyPr/>
        <a:lstStyle/>
        <a:p>
          <a:r>
            <a:rPr lang="en-US" sz="1800" b="1" dirty="0"/>
            <a:t>Long-term Research Value</a:t>
          </a:r>
        </a:p>
      </dgm:t>
    </dgm:pt>
    <dgm:pt modelId="{A7EDD750-1608-6349-9C44-588ECCF46DBD}" type="parTrans" cxnId="{DBC49027-9E27-2B46-ADB1-B19CC2C57081}">
      <dgm:prSet/>
      <dgm:spPr/>
      <dgm:t>
        <a:bodyPr/>
        <a:lstStyle/>
        <a:p>
          <a:endParaRPr lang="en-US"/>
        </a:p>
      </dgm:t>
    </dgm:pt>
    <dgm:pt modelId="{C67E44B7-E680-6049-B16D-7A18B82B0C5A}" type="sibTrans" cxnId="{DBC49027-9E27-2B46-ADB1-B19CC2C57081}">
      <dgm:prSet/>
      <dgm:spPr/>
      <dgm:t>
        <a:bodyPr/>
        <a:lstStyle/>
        <a:p>
          <a:endParaRPr lang="en-US"/>
        </a:p>
      </dgm:t>
    </dgm:pt>
    <dgm:pt modelId="{B02BCC5D-7ACD-194E-91B3-8249CA0A382D}">
      <dgm:prSet/>
      <dgm:spPr/>
      <dgm:t>
        <a:bodyPr/>
        <a:lstStyle/>
        <a:p>
          <a:r>
            <a:rPr lang="en-US" dirty="0"/>
            <a:t>Preserve your work beyond a single project.</a:t>
          </a:r>
        </a:p>
      </dgm:t>
    </dgm:pt>
    <dgm:pt modelId="{8880E8AC-EDB8-6643-9607-C2FFFF3FCD31}" type="parTrans" cxnId="{6ACE7E72-A7F5-A54A-91C5-1D9AA71BFC07}">
      <dgm:prSet/>
      <dgm:spPr/>
      <dgm:t>
        <a:bodyPr/>
        <a:lstStyle/>
        <a:p>
          <a:endParaRPr lang="en-US"/>
        </a:p>
      </dgm:t>
    </dgm:pt>
    <dgm:pt modelId="{D6CC59FD-7F99-A441-A80D-1A430D29DA99}" type="sibTrans" cxnId="{6ACE7E72-A7F5-A54A-91C5-1D9AA71BFC07}">
      <dgm:prSet/>
      <dgm:spPr/>
      <dgm:t>
        <a:bodyPr/>
        <a:lstStyle/>
        <a:p>
          <a:endParaRPr lang="en-US"/>
        </a:p>
      </dgm:t>
    </dgm:pt>
    <dgm:pt modelId="{33D79917-6146-5C4D-8D9B-01730BEC9F65}">
      <dgm:prSet/>
      <dgm:spPr/>
      <dgm:t>
        <a:bodyPr/>
        <a:lstStyle/>
        <a:p>
          <a:r>
            <a:rPr lang="en-US" dirty="0"/>
            <a:t>Make your research transparent and credible.</a:t>
          </a:r>
        </a:p>
      </dgm:t>
    </dgm:pt>
    <dgm:pt modelId="{0B6D7D92-C0E1-EA4F-AC97-DD434D894192}" type="parTrans" cxnId="{AE07F964-A0C3-0347-B33A-DF3D3FE5C0ED}">
      <dgm:prSet/>
      <dgm:spPr/>
      <dgm:t>
        <a:bodyPr/>
        <a:lstStyle/>
        <a:p>
          <a:endParaRPr lang="en-US"/>
        </a:p>
      </dgm:t>
    </dgm:pt>
    <dgm:pt modelId="{2DE7A570-89F8-B449-8988-9693A499211E}" type="sibTrans" cxnId="{AE07F964-A0C3-0347-B33A-DF3D3FE5C0ED}">
      <dgm:prSet/>
      <dgm:spPr/>
      <dgm:t>
        <a:bodyPr/>
        <a:lstStyle/>
        <a:p>
          <a:endParaRPr lang="en-US"/>
        </a:p>
      </dgm:t>
    </dgm:pt>
    <dgm:pt modelId="{8F5FE294-B9C1-D443-93F8-B65F9D89BB43}">
      <dgm:prSet/>
      <dgm:spPr/>
      <dgm:t>
        <a:bodyPr/>
        <a:lstStyle/>
        <a:p>
          <a:r>
            <a:rPr lang="en-US" dirty="0"/>
            <a:t>Support future extensions of your work.</a:t>
          </a:r>
        </a:p>
      </dgm:t>
    </dgm:pt>
    <dgm:pt modelId="{63667514-571E-2142-9890-F84F2230F37D}" type="parTrans" cxnId="{3F74A558-3B37-454E-B72E-37C244F9A6AB}">
      <dgm:prSet/>
      <dgm:spPr/>
      <dgm:t>
        <a:bodyPr/>
        <a:lstStyle/>
        <a:p>
          <a:endParaRPr lang="en-US"/>
        </a:p>
      </dgm:t>
    </dgm:pt>
    <dgm:pt modelId="{5DDF0E0B-B6EB-9740-A314-2BA73A5F33AB}" type="sibTrans" cxnId="{3F74A558-3B37-454E-B72E-37C244F9A6AB}">
      <dgm:prSet/>
      <dgm:spPr/>
      <dgm:t>
        <a:bodyPr/>
        <a:lstStyle/>
        <a:p>
          <a:endParaRPr lang="en-US"/>
        </a:p>
      </dgm:t>
    </dgm:pt>
    <dgm:pt modelId="{8EAEA5DD-3176-1640-ADAB-0545B0F8D518}" type="pres">
      <dgm:prSet presAssocID="{286EAFD6-CF94-6B41-9305-8FE988AD5B2F}" presName="Name0" presStyleCnt="0">
        <dgm:presLayoutVars>
          <dgm:dir/>
          <dgm:animLvl val="lvl"/>
          <dgm:resizeHandles val="exact"/>
        </dgm:presLayoutVars>
      </dgm:prSet>
      <dgm:spPr/>
    </dgm:pt>
    <dgm:pt modelId="{717FE897-594F-CA48-A360-037C5AD18AF4}" type="pres">
      <dgm:prSet presAssocID="{FD89FBD1-180C-B443-AF58-0B2B63B028F0}" presName="linNode" presStyleCnt="0"/>
      <dgm:spPr/>
    </dgm:pt>
    <dgm:pt modelId="{F4EF770D-DCE7-D542-A025-D629D6E26495}" type="pres">
      <dgm:prSet presAssocID="{FD89FBD1-180C-B443-AF58-0B2B63B028F0}" presName="parentText" presStyleLbl="node1" presStyleIdx="0" presStyleCnt="5">
        <dgm:presLayoutVars>
          <dgm:chMax val="1"/>
          <dgm:bulletEnabled val="1"/>
        </dgm:presLayoutVars>
      </dgm:prSet>
      <dgm:spPr/>
    </dgm:pt>
    <dgm:pt modelId="{C16C1307-E85F-DF4E-8CBE-EBC7DED63152}" type="pres">
      <dgm:prSet presAssocID="{FD89FBD1-180C-B443-AF58-0B2B63B028F0}" presName="descendantText" presStyleLbl="alignAccFollowNode1" presStyleIdx="0" presStyleCnt="5">
        <dgm:presLayoutVars>
          <dgm:bulletEnabled val="1"/>
        </dgm:presLayoutVars>
      </dgm:prSet>
      <dgm:spPr/>
    </dgm:pt>
    <dgm:pt modelId="{0B4AA832-0BB6-2C4C-B871-65E8BED7A7B4}" type="pres">
      <dgm:prSet presAssocID="{4571E9D4-5CC6-2748-BED7-9D55C4D2473D}" presName="sp" presStyleCnt="0"/>
      <dgm:spPr/>
    </dgm:pt>
    <dgm:pt modelId="{FA90CCB9-9F99-9B4D-86EA-60E08F879857}" type="pres">
      <dgm:prSet presAssocID="{2438D4C6-5DF1-7443-884F-A8510A23464C}" presName="linNode" presStyleCnt="0"/>
      <dgm:spPr/>
    </dgm:pt>
    <dgm:pt modelId="{115138E1-69A3-AF46-B7D6-F12442AF2A02}" type="pres">
      <dgm:prSet presAssocID="{2438D4C6-5DF1-7443-884F-A8510A23464C}" presName="parentText" presStyleLbl="node1" presStyleIdx="1" presStyleCnt="5">
        <dgm:presLayoutVars>
          <dgm:chMax val="1"/>
          <dgm:bulletEnabled val="1"/>
        </dgm:presLayoutVars>
      </dgm:prSet>
      <dgm:spPr/>
    </dgm:pt>
    <dgm:pt modelId="{7A998A60-01D6-604D-A96E-46ECA9A7CD3C}" type="pres">
      <dgm:prSet presAssocID="{2438D4C6-5DF1-7443-884F-A8510A23464C}" presName="descendantText" presStyleLbl="alignAccFollowNode1" presStyleIdx="1" presStyleCnt="5">
        <dgm:presLayoutVars>
          <dgm:bulletEnabled val="1"/>
        </dgm:presLayoutVars>
      </dgm:prSet>
      <dgm:spPr/>
    </dgm:pt>
    <dgm:pt modelId="{A2893BE6-EDCA-C74B-B08F-D011FD809520}" type="pres">
      <dgm:prSet presAssocID="{56EE5738-2484-8847-A6A5-4455EC4F3EEB}" presName="sp" presStyleCnt="0"/>
      <dgm:spPr/>
    </dgm:pt>
    <dgm:pt modelId="{FDD1ED8B-ED3A-E84E-B892-7F3FC2F709D3}" type="pres">
      <dgm:prSet presAssocID="{0672A20C-740E-DD4B-8452-1CD100492826}" presName="linNode" presStyleCnt="0"/>
      <dgm:spPr/>
    </dgm:pt>
    <dgm:pt modelId="{4E06A468-B7E6-1545-A315-DA0A123F73C9}" type="pres">
      <dgm:prSet presAssocID="{0672A20C-740E-DD4B-8452-1CD100492826}" presName="parentText" presStyleLbl="node1" presStyleIdx="2" presStyleCnt="5">
        <dgm:presLayoutVars>
          <dgm:chMax val="1"/>
          <dgm:bulletEnabled val="1"/>
        </dgm:presLayoutVars>
      </dgm:prSet>
      <dgm:spPr/>
    </dgm:pt>
    <dgm:pt modelId="{0540C85A-3AE7-FE4D-8E4C-A9101A3C973C}" type="pres">
      <dgm:prSet presAssocID="{0672A20C-740E-DD4B-8452-1CD100492826}" presName="descendantText" presStyleLbl="alignAccFollowNode1" presStyleIdx="2" presStyleCnt="5">
        <dgm:presLayoutVars>
          <dgm:bulletEnabled val="1"/>
        </dgm:presLayoutVars>
      </dgm:prSet>
      <dgm:spPr/>
    </dgm:pt>
    <dgm:pt modelId="{D3A93EED-CA82-D548-A9A1-12992F2F7BD2}" type="pres">
      <dgm:prSet presAssocID="{623D575D-1D93-1C4C-8D27-9F4673FFC768}" presName="sp" presStyleCnt="0"/>
      <dgm:spPr/>
    </dgm:pt>
    <dgm:pt modelId="{060AA4E0-F00D-4B42-95EF-2E77451FAE86}" type="pres">
      <dgm:prSet presAssocID="{B10303E2-A767-B841-91BB-38511AFB1D54}" presName="linNode" presStyleCnt="0"/>
      <dgm:spPr/>
    </dgm:pt>
    <dgm:pt modelId="{203B1D35-A528-F442-AA56-D564BA47F18B}" type="pres">
      <dgm:prSet presAssocID="{B10303E2-A767-B841-91BB-38511AFB1D54}" presName="parentText" presStyleLbl="node1" presStyleIdx="3" presStyleCnt="5">
        <dgm:presLayoutVars>
          <dgm:chMax val="1"/>
          <dgm:bulletEnabled val="1"/>
        </dgm:presLayoutVars>
      </dgm:prSet>
      <dgm:spPr/>
    </dgm:pt>
    <dgm:pt modelId="{BBC520B7-0828-5F44-871C-2C0750A17436}" type="pres">
      <dgm:prSet presAssocID="{B10303E2-A767-B841-91BB-38511AFB1D54}" presName="descendantText" presStyleLbl="alignAccFollowNode1" presStyleIdx="3" presStyleCnt="5">
        <dgm:presLayoutVars>
          <dgm:bulletEnabled val="1"/>
        </dgm:presLayoutVars>
      </dgm:prSet>
      <dgm:spPr/>
    </dgm:pt>
    <dgm:pt modelId="{0E75B110-034D-8846-B8FF-5AAE154AD2E1}" type="pres">
      <dgm:prSet presAssocID="{48DA7492-9C6D-644A-BF78-6062E1735F79}" presName="sp" presStyleCnt="0"/>
      <dgm:spPr/>
    </dgm:pt>
    <dgm:pt modelId="{08822C14-FAD7-5142-9BB9-908DBF54A70E}" type="pres">
      <dgm:prSet presAssocID="{A119BA17-0306-974D-AA97-60412DBC8BB8}" presName="linNode" presStyleCnt="0"/>
      <dgm:spPr/>
    </dgm:pt>
    <dgm:pt modelId="{313EB0B6-E6A3-AB44-8DD6-8BF3CEE5DF9C}" type="pres">
      <dgm:prSet presAssocID="{A119BA17-0306-974D-AA97-60412DBC8BB8}" presName="parentText" presStyleLbl="node1" presStyleIdx="4" presStyleCnt="5">
        <dgm:presLayoutVars>
          <dgm:chMax val="1"/>
          <dgm:bulletEnabled val="1"/>
        </dgm:presLayoutVars>
      </dgm:prSet>
      <dgm:spPr/>
    </dgm:pt>
    <dgm:pt modelId="{90EF44E6-A5A5-C14B-ADF0-75DFF94BD441}" type="pres">
      <dgm:prSet presAssocID="{A119BA17-0306-974D-AA97-60412DBC8BB8}" presName="descendantText" presStyleLbl="alignAccFollowNode1" presStyleIdx="4" presStyleCnt="5">
        <dgm:presLayoutVars>
          <dgm:bulletEnabled val="1"/>
        </dgm:presLayoutVars>
      </dgm:prSet>
      <dgm:spPr/>
    </dgm:pt>
  </dgm:ptLst>
  <dgm:cxnLst>
    <dgm:cxn modelId="{E521D907-7D82-DC49-B5BA-6B09989E4740}" srcId="{FD89FBD1-180C-B443-AF58-0B2B63B028F0}" destId="{B082D332-1D1A-0F47-92DC-25037C5774A9}" srcOrd="1" destOrd="0" parTransId="{A36B1F6D-905A-AF47-836C-F9BB928F1881}" sibTransId="{E9051A6B-F30E-DE4F-93AD-64C5C8259B9F}"/>
    <dgm:cxn modelId="{F189E608-6963-D541-81D7-E109E4E9C44F}" type="presOf" srcId="{A3878D3B-8F17-4E4B-BA0E-002BBDAED9A1}" destId="{7A998A60-01D6-604D-A96E-46ECA9A7CD3C}" srcOrd="0" destOrd="1" presId="urn:microsoft.com/office/officeart/2005/8/layout/vList5"/>
    <dgm:cxn modelId="{F3D5990A-3EF1-864B-9028-058F585975DC}" type="presOf" srcId="{FD89FBD1-180C-B443-AF58-0B2B63B028F0}" destId="{F4EF770D-DCE7-D542-A025-D629D6E26495}" srcOrd="0" destOrd="0" presId="urn:microsoft.com/office/officeart/2005/8/layout/vList5"/>
    <dgm:cxn modelId="{C0507C20-D8C4-2243-9B98-4EFB32B171D0}" srcId="{286EAFD6-CF94-6B41-9305-8FE988AD5B2F}" destId="{0672A20C-740E-DD4B-8452-1CD100492826}" srcOrd="2" destOrd="0" parTransId="{2F59FC83-6E0E-544F-A513-9835A3D51E4F}" sibTransId="{623D575D-1D93-1C4C-8D27-9F4673FFC768}"/>
    <dgm:cxn modelId="{DBC49027-9E27-2B46-ADB1-B19CC2C57081}" srcId="{286EAFD6-CF94-6B41-9305-8FE988AD5B2F}" destId="{A119BA17-0306-974D-AA97-60412DBC8BB8}" srcOrd="4" destOrd="0" parTransId="{A7EDD750-1608-6349-9C44-588ECCF46DBD}" sibTransId="{C67E44B7-E680-6049-B16D-7A18B82B0C5A}"/>
    <dgm:cxn modelId="{067E062B-1859-034F-A2C3-D4E1EA7C5E30}" type="presOf" srcId="{B082D332-1D1A-0F47-92DC-25037C5774A9}" destId="{C16C1307-E85F-DF4E-8CBE-EBC7DED63152}" srcOrd="0" destOrd="1" presId="urn:microsoft.com/office/officeart/2005/8/layout/vList5"/>
    <dgm:cxn modelId="{6DAD1C33-00B9-E64F-BD99-9320C8DFF2A6}" type="presOf" srcId="{B10303E2-A767-B841-91BB-38511AFB1D54}" destId="{203B1D35-A528-F442-AA56-D564BA47F18B}" srcOrd="0" destOrd="0" presId="urn:microsoft.com/office/officeart/2005/8/layout/vList5"/>
    <dgm:cxn modelId="{160AF135-6B47-6447-93AF-81AAB4CE583B}" srcId="{B10303E2-A767-B841-91BB-38511AFB1D54}" destId="{4AA07A35-83FB-ED44-9421-92B830745694}" srcOrd="0" destOrd="0" parTransId="{A1138D7C-492F-E34D-AA93-702F15C7B723}" sibTransId="{CD03E552-81AE-644B-B686-65D8F1FB7025}"/>
    <dgm:cxn modelId="{F221513A-14F5-904D-900B-6F07F0C50E03}" srcId="{286EAFD6-CF94-6B41-9305-8FE988AD5B2F}" destId="{FD89FBD1-180C-B443-AF58-0B2B63B028F0}" srcOrd="0" destOrd="0" parTransId="{0BEC8B30-8158-EB4A-B983-3B55B093EB99}" sibTransId="{4571E9D4-5CC6-2748-BED7-9D55C4D2473D}"/>
    <dgm:cxn modelId="{65AB033F-F223-9C4C-97EE-BC55CCBA86AC}" srcId="{286EAFD6-CF94-6B41-9305-8FE988AD5B2F}" destId="{2438D4C6-5DF1-7443-884F-A8510A23464C}" srcOrd="1" destOrd="0" parTransId="{1F4D22AD-47B6-B04D-B30F-2687AEADB62D}" sibTransId="{56EE5738-2484-8847-A6A5-4455EC4F3EEB}"/>
    <dgm:cxn modelId="{C25C1B48-00C9-AB42-91F4-A98901CE196E}" srcId="{2438D4C6-5DF1-7443-884F-A8510A23464C}" destId="{A3878D3B-8F17-4E4B-BA0E-002BBDAED9A1}" srcOrd="1" destOrd="0" parTransId="{658B768D-47A3-4A4A-B8E6-6F364E64C664}" sibTransId="{29D7F1BD-CFB4-2E40-83CC-E8863C3F286F}"/>
    <dgm:cxn modelId="{7F427E50-0A5E-1D42-ADB9-FC3F761F2A0B}" type="presOf" srcId="{250481A2-138D-FB46-A2FC-84897E0DB253}" destId="{C16C1307-E85F-DF4E-8CBE-EBC7DED63152}" srcOrd="0" destOrd="0" presId="urn:microsoft.com/office/officeart/2005/8/layout/vList5"/>
    <dgm:cxn modelId="{2C01BE53-8EE8-584A-B9E9-B2ADF565ACAB}" srcId="{2438D4C6-5DF1-7443-884F-A8510A23464C}" destId="{21E9BF29-189E-374D-B205-8366FF11E322}" srcOrd="2" destOrd="0" parTransId="{2C65F0DC-7B16-0B4A-AF65-8ADDF2C72877}" sibTransId="{0B969E79-2635-D940-A0F0-B4A857EE4A34}"/>
    <dgm:cxn modelId="{3F74A558-3B37-454E-B72E-37C244F9A6AB}" srcId="{A119BA17-0306-974D-AA97-60412DBC8BB8}" destId="{8F5FE294-B9C1-D443-93F8-B65F9D89BB43}" srcOrd="2" destOrd="0" parTransId="{63667514-571E-2142-9890-F84F2230F37D}" sibTransId="{5DDF0E0B-B6EB-9740-A314-2BA73A5F33AB}"/>
    <dgm:cxn modelId="{56F54962-D67B-0D4F-846A-0CBDE328B7EE}" srcId="{B10303E2-A767-B841-91BB-38511AFB1D54}" destId="{744BB3E3-2780-0B46-B0C0-A001579CCEE1}" srcOrd="2" destOrd="0" parTransId="{4A34C7A8-EED8-5947-A652-AB48B309B8E9}" sibTransId="{0307CD7D-7362-3C48-A858-565CBDF673A3}"/>
    <dgm:cxn modelId="{B2B1B062-E442-A94A-AC3C-BBCF6E100FC7}" srcId="{0672A20C-740E-DD4B-8452-1CD100492826}" destId="{981C7E0B-4A40-BF46-8665-E92926CAFB9F}" srcOrd="2" destOrd="0" parTransId="{3D548E79-5D15-B146-ACDF-17CC400DBA7C}" sibTransId="{C140A725-2F5E-004F-B16D-4BF45C958EBD}"/>
    <dgm:cxn modelId="{AE07F964-A0C3-0347-B33A-DF3D3FE5C0ED}" srcId="{A119BA17-0306-974D-AA97-60412DBC8BB8}" destId="{33D79917-6146-5C4D-8D9B-01730BEC9F65}" srcOrd="1" destOrd="0" parTransId="{0B6D7D92-C0E1-EA4F-AC97-DD434D894192}" sibTransId="{2DE7A570-89F8-B449-8988-9693A499211E}"/>
    <dgm:cxn modelId="{8B0C4965-0DE9-C344-B412-1327D301B099}" srcId="{2438D4C6-5DF1-7443-884F-A8510A23464C}" destId="{DCF8E6D1-4BB1-8C48-96D2-1F66D7524BDA}" srcOrd="0" destOrd="0" parTransId="{149A386F-5008-A348-ACC2-8D7426376590}" sibTransId="{483D58FD-8135-BB4A-8257-DE78FD424AFB}"/>
    <dgm:cxn modelId="{C5320470-B895-1A49-A319-AD499090DCB6}" type="presOf" srcId="{4AA07A35-83FB-ED44-9421-92B830745694}" destId="{BBC520B7-0828-5F44-871C-2C0750A17436}" srcOrd="0" destOrd="0" presId="urn:microsoft.com/office/officeart/2005/8/layout/vList5"/>
    <dgm:cxn modelId="{5F0DDA70-5EBD-3446-B483-2305836E67FC}" type="presOf" srcId="{9056715E-4522-364A-8C40-39AD57AFC272}" destId="{0540C85A-3AE7-FE4D-8E4C-A9101A3C973C}" srcOrd="0" destOrd="0" presId="urn:microsoft.com/office/officeart/2005/8/layout/vList5"/>
    <dgm:cxn modelId="{6ACE7E72-A7F5-A54A-91C5-1D9AA71BFC07}" srcId="{A119BA17-0306-974D-AA97-60412DBC8BB8}" destId="{B02BCC5D-7ACD-194E-91B3-8249CA0A382D}" srcOrd="0" destOrd="0" parTransId="{8880E8AC-EDB8-6643-9607-C2FFFF3FCD31}" sibTransId="{D6CC59FD-7F99-A441-A80D-1A430D29DA99}"/>
    <dgm:cxn modelId="{4F970E79-A3B6-784A-8B22-FA28276CE780}" type="presOf" srcId="{6BDBA55C-9531-A947-BE61-FCF1CC48990D}" destId="{BBC520B7-0828-5F44-871C-2C0750A17436}" srcOrd="0" destOrd="1" presId="urn:microsoft.com/office/officeart/2005/8/layout/vList5"/>
    <dgm:cxn modelId="{0FC7F879-7A04-1845-90A1-002AADFB80A0}" type="presOf" srcId="{4A09CD65-C1C3-C240-86C7-51BFA33CAEF0}" destId="{C16C1307-E85F-DF4E-8CBE-EBC7DED63152}" srcOrd="0" destOrd="2" presId="urn:microsoft.com/office/officeart/2005/8/layout/vList5"/>
    <dgm:cxn modelId="{D2B79B80-654F-5E48-8EDC-D8B0AEA8FD57}" type="presOf" srcId="{286EAFD6-CF94-6B41-9305-8FE988AD5B2F}" destId="{8EAEA5DD-3176-1640-ADAB-0545B0F8D518}" srcOrd="0" destOrd="0" presId="urn:microsoft.com/office/officeart/2005/8/layout/vList5"/>
    <dgm:cxn modelId="{2EAB6D81-9CC4-BF46-83BB-C504A9DD6F7D}" type="presOf" srcId="{0672A20C-740E-DD4B-8452-1CD100492826}" destId="{4E06A468-B7E6-1545-A315-DA0A123F73C9}" srcOrd="0" destOrd="0" presId="urn:microsoft.com/office/officeart/2005/8/layout/vList5"/>
    <dgm:cxn modelId="{CD95A284-748C-304F-BE15-51B17D70B9A9}" type="presOf" srcId="{744BB3E3-2780-0B46-B0C0-A001579CCEE1}" destId="{BBC520B7-0828-5F44-871C-2C0750A17436}" srcOrd="0" destOrd="2" presId="urn:microsoft.com/office/officeart/2005/8/layout/vList5"/>
    <dgm:cxn modelId="{079C8E8F-74FB-2C42-898F-7CD0B0DAD4E4}" type="presOf" srcId="{DCF8E6D1-4BB1-8C48-96D2-1F66D7524BDA}" destId="{7A998A60-01D6-604D-A96E-46ECA9A7CD3C}" srcOrd="0" destOrd="0" presId="urn:microsoft.com/office/officeart/2005/8/layout/vList5"/>
    <dgm:cxn modelId="{D56CE798-7E73-7E47-A8EF-1024EF2719A2}" type="presOf" srcId="{A119BA17-0306-974D-AA97-60412DBC8BB8}" destId="{313EB0B6-E6A3-AB44-8DD6-8BF3CEE5DF9C}" srcOrd="0" destOrd="0" presId="urn:microsoft.com/office/officeart/2005/8/layout/vList5"/>
    <dgm:cxn modelId="{6F84AF9A-343F-BB41-AB28-F60104C1F789}" srcId="{B10303E2-A767-B841-91BB-38511AFB1D54}" destId="{6BDBA55C-9531-A947-BE61-FCF1CC48990D}" srcOrd="1" destOrd="0" parTransId="{AA36B4C6-3953-F64C-8F97-B96DB57DE375}" sibTransId="{7528A226-3038-1A4D-BD9D-7E9C7952CAEC}"/>
    <dgm:cxn modelId="{7B460CB8-4A49-9242-8EB9-D27A2D624617}" type="presOf" srcId="{981C7E0B-4A40-BF46-8665-E92926CAFB9F}" destId="{0540C85A-3AE7-FE4D-8E4C-A9101A3C973C}" srcOrd="0" destOrd="2" presId="urn:microsoft.com/office/officeart/2005/8/layout/vList5"/>
    <dgm:cxn modelId="{C13D71BD-5BA0-0F4C-8952-A739122FF79C}" srcId="{FD89FBD1-180C-B443-AF58-0B2B63B028F0}" destId="{4A09CD65-C1C3-C240-86C7-51BFA33CAEF0}" srcOrd="2" destOrd="0" parTransId="{143C759A-E8BF-7E41-9591-C9F9495C98B2}" sibTransId="{2C6C079A-89DC-0E4B-8BDB-67A5A16100E6}"/>
    <dgm:cxn modelId="{1BA4C9BD-DD65-C649-8692-EECAFB82FFCC}" srcId="{FD89FBD1-180C-B443-AF58-0B2B63B028F0}" destId="{250481A2-138D-FB46-A2FC-84897E0DB253}" srcOrd="0" destOrd="0" parTransId="{9A083192-17D0-114B-9D95-B027673868F5}" sibTransId="{670C9206-B90F-954A-BCA1-63A9F51FF81A}"/>
    <dgm:cxn modelId="{8775D8C3-0810-8548-99FA-D8329804C960}" type="presOf" srcId="{8F5FE294-B9C1-D443-93F8-B65F9D89BB43}" destId="{90EF44E6-A5A5-C14B-ADF0-75DFF94BD441}" srcOrd="0" destOrd="2" presId="urn:microsoft.com/office/officeart/2005/8/layout/vList5"/>
    <dgm:cxn modelId="{542FE4C3-B0FC-714F-8837-89CCCCB9C374}" type="presOf" srcId="{33D79917-6146-5C4D-8D9B-01730BEC9F65}" destId="{90EF44E6-A5A5-C14B-ADF0-75DFF94BD441}" srcOrd="0" destOrd="1" presId="urn:microsoft.com/office/officeart/2005/8/layout/vList5"/>
    <dgm:cxn modelId="{3D1AAECB-CB59-5540-B3B4-06BAE84704A1}" type="presOf" srcId="{B02BCC5D-7ACD-194E-91B3-8249CA0A382D}" destId="{90EF44E6-A5A5-C14B-ADF0-75DFF94BD441}" srcOrd="0" destOrd="0" presId="urn:microsoft.com/office/officeart/2005/8/layout/vList5"/>
    <dgm:cxn modelId="{26EF85D1-9970-3044-AF2F-9C400C9037D9}" srcId="{0672A20C-740E-DD4B-8452-1CD100492826}" destId="{9056715E-4522-364A-8C40-39AD57AFC272}" srcOrd="0" destOrd="0" parTransId="{EADA5371-DB07-154D-95F6-B2F55CB9408F}" sibTransId="{15320F97-FCE7-C441-BE35-C6E7C49AC452}"/>
    <dgm:cxn modelId="{568993D3-5531-424C-8E70-BF11150A24D2}" srcId="{0672A20C-740E-DD4B-8452-1CD100492826}" destId="{7D31E976-E083-1344-849A-CCE3BCA269CD}" srcOrd="1" destOrd="0" parTransId="{67334E62-62CC-1C46-8EC4-C6A3FC961C96}" sibTransId="{59B2AAC6-4107-FF44-B5CB-99071EC79D37}"/>
    <dgm:cxn modelId="{A9246ED5-D95D-D542-9B1B-3C054DED4F2E}" type="presOf" srcId="{7D31E976-E083-1344-849A-CCE3BCA269CD}" destId="{0540C85A-3AE7-FE4D-8E4C-A9101A3C973C}" srcOrd="0" destOrd="1" presId="urn:microsoft.com/office/officeart/2005/8/layout/vList5"/>
    <dgm:cxn modelId="{6433E9D9-68C3-444E-B150-23E5ABE860F3}" srcId="{286EAFD6-CF94-6B41-9305-8FE988AD5B2F}" destId="{B10303E2-A767-B841-91BB-38511AFB1D54}" srcOrd="3" destOrd="0" parTransId="{44DBFCCE-8E9A-DB46-8A1A-15AC5147560B}" sibTransId="{48DA7492-9C6D-644A-BF78-6062E1735F79}"/>
    <dgm:cxn modelId="{A738E8E0-289E-7C42-A6F0-23C73F4A17CC}" type="presOf" srcId="{21E9BF29-189E-374D-B205-8366FF11E322}" destId="{7A998A60-01D6-604D-A96E-46ECA9A7CD3C}" srcOrd="0" destOrd="2" presId="urn:microsoft.com/office/officeart/2005/8/layout/vList5"/>
    <dgm:cxn modelId="{5922CAEE-9966-5B46-960F-D0E19EFE878A}" type="presOf" srcId="{2438D4C6-5DF1-7443-884F-A8510A23464C}" destId="{115138E1-69A3-AF46-B7D6-F12442AF2A02}" srcOrd="0" destOrd="0" presId="urn:microsoft.com/office/officeart/2005/8/layout/vList5"/>
    <dgm:cxn modelId="{B342AC27-75BE-174E-AC8B-961F9F325899}" type="presParOf" srcId="{8EAEA5DD-3176-1640-ADAB-0545B0F8D518}" destId="{717FE897-594F-CA48-A360-037C5AD18AF4}" srcOrd="0" destOrd="0" presId="urn:microsoft.com/office/officeart/2005/8/layout/vList5"/>
    <dgm:cxn modelId="{C60C470A-6765-9241-8CAC-038F763BC7D9}" type="presParOf" srcId="{717FE897-594F-CA48-A360-037C5AD18AF4}" destId="{F4EF770D-DCE7-D542-A025-D629D6E26495}" srcOrd="0" destOrd="0" presId="urn:microsoft.com/office/officeart/2005/8/layout/vList5"/>
    <dgm:cxn modelId="{C2477616-D2DB-6E4A-8FE2-AB3674593102}" type="presParOf" srcId="{717FE897-594F-CA48-A360-037C5AD18AF4}" destId="{C16C1307-E85F-DF4E-8CBE-EBC7DED63152}" srcOrd="1" destOrd="0" presId="urn:microsoft.com/office/officeart/2005/8/layout/vList5"/>
    <dgm:cxn modelId="{3F352CAB-116A-CB4E-9F34-156AC9C53809}" type="presParOf" srcId="{8EAEA5DD-3176-1640-ADAB-0545B0F8D518}" destId="{0B4AA832-0BB6-2C4C-B871-65E8BED7A7B4}" srcOrd="1" destOrd="0" presId="urn:microsoft.com/office/officeart/2005/8/layout/vList5"/>
    <dgm:cxn modelId="{7FF3944E-221E-4A4E-BF9D-A71582D73D13}" type="presParOf" srcId="{8EAEA5DD-3176-1640-ADAB-0545B0F8D518}" destId="{FA90CCB9-9F99-9B4D-86EA-60E08F879857}" srcOrd="2" destOrd="0" presId="urn:microsoft.com/office/officeart/2005/8/layout/vList5"/>
    <dgm:cxn modelId="{3FCDDC00-9950-A340-9CC2-A7DF9CA4F7DF}" type="presParOf" srcId="{FA90CCB9-9F99-9B4D-86EA-60E08F879857}" destId="{115138E1-69A3-AF46-B7D6-F12442AF2A02}" srcOrd="0" destOrd="0" presId="urn:microsoft.com/office/officeart/2005/8/layout/vList5"/>
    <dgm:cxn modelId="{C7D9CED2-F923-6A4A-B4C6-C9F2BD6DD60E}" type="presParOf" srcId="{FA90CCB9-9F99-9B4D-86EA-60E08F879857}" destId="{7A998A60-01D6-604D-A96E-46ECA9A7CD3C}" srcOrd="1" destOrd="0" presId="urn:microsoft.com/office/officeart/2005/8/layout/vList5"/>
    <dgm:cxn modelId="{1E8FB0BB-1B70-8C4B-8E08-2A545696B854}" type="presParOf" srcId="{8EAEA5DD-3176-1640-ADAB-0545B0F8D518}" destId="{A2893BE6-EDCA-C74B-B08F-D011FD809520}" srcOrd="3" destOrd="0" presId="urn:microsoft.com/office/officeart/2005/8/layout/vList5"/>
    <dgm:cxn modelId="{FF8155FE-F861-A542-A061-CBC93BD34A27}" type="presParOf" srcId="{8EAEA5DD-3176-1640-ADAB-0545B0F8D518}" destId="{FDD1ED8B-ED3A-E84E-B892-7F3FC2F709D3}" srcOrd="4" destOrd="0" presId="urn:microsoft.com/office/officeart/2005/8/layout/vList5"/>
    <dgm:cxn modelId="{83499909-F590-DC42-A61F-11A2FE20B0C3}" type="presParOf" srcId="{FDD1ED8B-ED3A-E84E-B892-7F3FC2F709D3}" destId="{4E06A468-B7E6-1545-A315-DA0A123F73C9}" srcOrd="0" destOrd="0" presId="urn:microsoft.com/office/officeart/2005/8/layout/vList5"/>
    <dgm:cxn modelId="{2DD4F4C2-E874-0A45-B74B-58AE136AE2C9}" type="presParOf" srcId="{FDD1ED8B-ED3A-E84E-B892-7F3FC2F709D3}" destId="{0540C85A-3AE7-FE4D-8E4C-A9101A3C973C}" srcOrd="1" destOrd="0" presId="urn:microsoft.com/office/officeart/2005/8/layout/vList5"/>
    <dgm:cxn modelId="{EB5FC1F6-047F-D744-A716-9BC17214C06B}" type="presParOf" srcId="{8EAEA5DD-3176-1640-ADAB-0545B0F8D518}" destId="{D3A93EED-CA82-D548-A9A1-12992F2F7BD2}" srcOrd="5" destOrd="0" presId="urn:microsoft.com/office/officeart/2005/8/layout/vList5"/>
    <dgm:cxn modelId="{5011FE69-55FD-3742-B7D2-45DDE4FFE7CF}" type="presParOf" srcId="{8EAEA5DD-3176-1640-ADAB-0545B0F8D518}" destId="{060AA4E0-F00D-4B42-95EF-2E77451FAE86}" srcOrd="6" destOrd="0" presId="urn:microsoft.com/office/officeart/2005/8/layout/vList5"/>
    <dgm:cxn modelId="{38AD51BF-3274-014E-8AD4-0854951196F0}" type="presParOf" srcId="{060AA4E0-F00D-4B42-95EF-2E77451FAE86}" destId="{203B1D35-A528-F442-AA56-D564BA47F18B}" srcOrd="0" destOrd="0" presId="urn:microsoft.com/office/officeart/2005/8/layout/vList5"/>
    <dgm:cxn modelId="{8B97CF69-E7EE-1246-9369-140E3FB64BE9}" type="presParOf" srcId="{060AA4E0-F00D-4B42-95EF-2E77451FAE86}" destId="{BBC520B7-0828-5F44-871C-2C0750A17436}" srcOrd="1" destOrd="0" presId="urn:microsoft.com/office/officeart/2005/8/layout/vList5"/>
    <dgm:cxn modelId="{036A6484-3678-3542-83F8-84FAE506450B}" type="presParOf" srcId="{8EAEA5DD-3176-1640-ADAB-0545B0F8D518}" destId="{0E75B110-034D-8846-B8FF-5AAE154AD2E1}" srcOrd="7" destOrd="0" presId="urn:microsoft.com/office/officeart/2005/8/layout/vList5"/>
    <dgm:cxn modelId="{D92BDA7D-09A5-5B42-A475-72C19673D0D3}" type="presParOf" srcId="{8EAEA5DD-3176-1640-ADAB-0545B0F8D518}" destId="{08822C14-FAD7-5142-9BB9-908DBF54A70E}" srcOrd="8" destOrd="0" presId="urn:microsoft.com/office/officeart/2005/8/layout/vList5"/>
    <dgm:cxn modelId="{12C54D56-DFB9-AB4C-B536-DF2BA7B84EE9}" type="presParOf" srcId="{08822C14-FAD7-5142-9BB9-908DBF54A70E}" destId="{313EB0B6-E6A3-AB44-8DD6-8BF3CEE5DF9C}" srcOrd="0" destOrd="0" presId="urn:microsoft.com/office/officeart/2005/8/layout/vList5"/>
    <dgm:cxn modelId="{80F5D22C-A5C6-2D4E-9DD4-7296B953A0EA}" type="presParOf" srcId="{08822C14-FAD7-5142-9BB9-908DBF54A70E}" destId="{90EF44E6-A5A5-C14B-ADF0-75DFF94BD441}"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B2D8063B-4CA4-9F43-9108-4BEA04EB6D42}" type="doc">
      <dgm:prSet loTypeId="urn:microsoft.com/office/officeart/2005/8/layout/cycle3" loCatId="" qsTypeId="urn:microsoft.com/office/officeart/2005/8/quickstyle/simple1" qsCatId="simple" csTypeId="urn:microsoft.com/office/officeart/2005/8/colors/colorful5" csCatId="colorful" phldr="1"/>
      <dgm:spPr/>
      <dgm:t>
        <a:bodyPr/>
        <a:lstStyle/>
        <a:p>
          <a:endParaRPr lang="en-US"/>
        </a:p>
      </dgm:t>
    </dgm:pt>
    <dgm:pt modelId="{B216A317-797B-E04F-8EE5-7A7A1AD67E61}">
      <dgm:prSet phldrT="[Text]"/>
      <dgm:spPr/>
      <dgm:t>
        <a:bodyPr/>
        <a:lstStyle/>
        <a:p>
          <a:r>
            <a:rPr lang="en-US" dirty="0"/>
            <a:t>Requirements gathering and analysis</a:t>
          </a:r>
        </a:p>
      </dgm:t>
    </dgm:pt>
    <dgm:pt modelId="{3353D9C5-4B9D-A040-87ED-283A88C395B0}" type="parTrans" cxnId="{28D22F84-5CE6-A040-A5D5-E17003E8EAA7}">
      <dgm:prSet/>
      <dgm:spPr/>
      <dgm:t>
        <a:bodyPr/>
        <a:lstStyle/>
        <a:p>
          <a:endParaRPr lang="en-US"/>
        </a:p>
      </dgm:t>
    </dgm:pt>
    <dgm:pt modelId="{FAC7D932-3B9E-044C-80D0-4BFBC838877E}" type="sibTrans" cxnId="{28D22F84-5CE6-A040-A5D5-E17003E8EAA7}">
      <dgm:prSet/>
      <dgm:spPr/>
      <dgm:t>
        <a:bodyPr/>
        <a:lstStyle/>
        <a:p>
          <a:endParaRPr lang="en-US"/>
        </a:p>
      </dgm:t>
    </dgm:pt>
    <dgm:pt modelId="{71855E21-7A9E-7640-9BBB-89A54BB0AB95}">
      <dgm:prSet phldrT="[Text]"/>
      <dgm:spPr/>
      <dgm:t>
        <a:bodyPr/>
        <a:lstStyle/>
        <a:p>
          <a:r>
            <a:rPr lang="en-US" dirty="0"/>
            <a:t>System design</a:t>
          </a:r>
        </a:p>
      </dgm:t>
    </dgm:pt>
    <dgm:pt modelId="{D6143CC2-4360-564F-951E-889609BF33EF}" type="parTrans" cxnId="{3142E753-B607-E441-BDFD-CBC670FC3830}">
      <dgm:prSet/>
      <dgm:spPr/>
      <dgm:t>
        <a:bodyPr/>
        <a:lstStyle/>
        <a:p>
          <a:endParaRPr lang="en-US"/>
        </a:p>
      </dgm:t>
    </dgm:pt>
    <dgm:pt modelId="{F48811DD-5FFD-D14F-B5A9-C37A4EB599E4}" type="sibTrans" cxnId="{3142E753-B607-E441-BDFD-CBC670FC3830}">
      <dgm:prSet/>
      <dgm:spPr/>
      <dgm:t>
        <a:bodyPr/>
        <a:lstStyle/>
        <a:p>
          <a:endParaRPr lang="en-US"/>
        </a:p>
      </dgm:t>
    </dgm:pt>
    <dgm:pt modelId="{9B60F5AE-67D1-604E-B7C2-EA2C232C2C93}">
      <dgm:prSet phldrT="[Text]"/>
      <dgm:spPr/>
      <dgm:t>
        <a:bodyPr/>
        <a:lstStyle/>
        <a:p>
          <a:r>
            <a:rPr lang="en-US" dirty="0"/>
            <a:t>Coding</a:t>
          </a:r>
        </a:p>
      </dgm:t>
    </dgm:pt>
    <dgm:pt modelId="{E69BA8E1-0545-7445-ADFF-D83F5EA71D04}" type="parTrans" cxnId="{479F834A-F22E-3F4B-B1A3-7DD0E87A4ED9}">
      <dgm:prSet/>
      <dgm:spPr/>
      <dgm:t>
        <a:bodyPr/>
        <a:lstStyle/>
        <a:p>
          <a:endParaRPr lang="en-US"/>
        </a:p>
      </dgm:t>
    </dgm:pt>
    <dgm:pt modelId="{9C3F7717-E053-6C42-A356-371A23098B34}" type="sibTrans" cxnId="{479F834A-F22E-3F4B-B1A3-7DD0E87A4ED9}">
      <dgm:prSet/>
      <dgm:spPr/>
      <dgm:t>
        <a:bodyPr/>
        <a:lstStyle/>
        <a:p>
          <a:endParaRPr lang="en-US"/>
        </a:p>
      </dgm:t>
    </dgm:pt>
    <dgm:pt modelId="{E1929B5C-1918-7747-86E2-E2DF7E3ACB77}">
      <dgm:prSet phldrT="[Text]"/>
      <dgm:spPr/>
      <dgm:t>
        <a:bodyPr/>
        <a:lstStyle/>
        <a:p>
          <a:r>
            <a:rPr lang="en-US" dirty="0"/>
            <a:t>Testing</a:t>
          </a:r>
        </a:p>
      </dgm:t>
    </dgm:pt>
    <dgm:pt modelId="{3B9FEC35-F140-604E-9F2D-EA977F7E53F3}" type="parTrans" cxnId="{3B35A1E1-FF36-9140-AC2F-C9FFEB7807C4}">
      <dgm:prSet/>
      <dgm:spPr/>
      <dgm:t>
        <a:bodyPr/>
        <a:lstStyle/>
        <a:p>
          <a:endParaRPr lang="en-US"/>
        </a:p>
      </dgm:t>
    </dgm:pt>
    <dgm:pt modelId="{A0D45B56-FCBD-B348-8CB6-EDCBBECDDBEA}" type="sibTrans" cxnId="{3B35A1E1-FF36-9140-AC2F-C9FFEB7807C4}">
      <dgm:prSet/>
      <dgm:spPr/>
      <dgm:t>
        <a:bodyPr/>
        <a:lstStyle/>
        <a:p>
          <a:endParaRPr lang="en-US"/>
        </a:p>
      </dgm:t>
    </dgm:pt>
    <dgm:pt modelId="{8EA8E15D-A1D5-EF4F-A17A-B86404C18A81}">
      <dgm:prSet phldrT="[Text]"/>
      <dgm:spPr/>
      <dgm:t>
        <a:bodyPr/>
        <a:lstStyle/>
        <a:p>
          <a:r>
            <a:rPr lang="en-US" dirty="0"/>
            <a:t>Deployment</a:t>
          </a:r>
        </a:p>
      </dgm:t>
    </dgm:pt>
    <dgm:pt modelId="{7A788BF4-30ED-794A-ADF0-C9015E2D48B2}" type="parTrans" cxnId="{B2217386-80CC-454C-8E02-83F7E866D7F3}">
      <dgm:prSet/>
      <dgm:spPr/>
      <dgm:t>
        <a:bodyPr/>
        <a:lstStyle/>
        <a:p>
          <a:endParaRPr lang="en-US"/>
        </a:p>
      </dgm:t>
    </dgm:pt>
    <dgm:pt modelId="{1B1222AD-B77B-B349-80C9-1F654093126C}" type="sibTrans" cxnId="{B2217386-80CC-454C-8E02-83F7E866D7F3}">
      <dgm:prSet/>
      <dgm:spPr/>
      <dgm:t>
        <a:bodyPr/>
        <a:lstStyle/>
        <a:p>
          <a:endParaRPr lang="en-US"/>
        </a:p>
      </dgm:t>
    </dgm:pt>
    <dgm:pt modelId="{4F6A2660-C893-714C-816A-047FCA8CF2AB}">
      <dgm:prSet/>
      <dgm:spPr/>
      <dgm:t>
        <a:bodyPr/>
        <a:lstStyle/>
        <a:p>
          <a:r>
            <a:rPr lang="en-US" dirty="0"/>
            <a:t>Maintenance and support</a:t>
          </a:r>
        </a:p>
      </dgm:t>
    </dgm:pt>
    <dgm:pt modelId="{EDE51A25-E10A-AF43-90B4-F84E276057F3}" type="parTrans" cxnId="{B956A8EE-72ED-4843-9630-04E6F4FFD9DD}">
      <dgm:prSet/>
      <dgm:spPr/>
      <dgm:t>
        <a:bodyPr/>
        <a:lstStyle/>
        <a:p>
          <a:endParaRPr lang="en-US"/>
        </a:p>
      </dgm:t>
    </dgm:pt>
    <dgm:pt modelId="{6363AE23-5634-D043-AFF8-2617A9C15A2C}" type="sibTrans" cxnId="{B956A8EE-72ED-4843-9630-04E6F4FFD9DD}">
      <dgm:prSet/>
      <dgm:spPr/>
      <dgm:t>
        <a:bodyPr/>
        <a:lstStyle/>
        <a:p>
          <a:endParaRPr lang="en-US"/>
        </a:p>
      </dgm:t>
    </dgm:pt>
    <dgm:pt modelId="{5672FE2C-608C-9940-854D-1B8DC0998B5C}" type="pres">
      <dgm:prSet presAssocID="{B2D8063B-4CA4-9F43-9108-4BEA04EB6D42}" presName="Name0" presStyleCnt="0">
        <dgm:presLayoutVars>
          <dgm:dir/>
          <dgm:resizeHandles val="exact"/>
        </dgm:presLayoutVars>
      </dgm:prSet>
      <dgm:spPr/>
    </dgm:pt>
    <dgm:pt modelId="{B81E8318-5437-E349-ACD6-61C13EBAD161}" type="pres">
      <dgm:prSet presAssocID="{B2D8063B-4CA4-9F43-9108-4BEA04EB6D42}" presName="cycle" presStyleCnt="0"/>
      <dgm:spPr/>
    </dgm:pt>
    <dgm:pt modelId="{FC09276A-8189-EA4B-82CB-390864BB2A4D}" type="pres">
      <dgm:prSet presAssocID="{B216A317-797B-E04F-8EE5-7A7A1AD67E61}" presName="nodeFirstNode" presStyleLbl="node1" presStyleIdx="0" presStyleCnt="6">
        <dgm:presLayoutVars>
          <dgm:bulletEnabled val="1"/>
        </dgm:presLayoutVars>
      </dgm:prSet>
      <dgm:spPr/>
    </dgm:pt>
    <dgm:pt modelId="{4EF387C6-B145-4643-8A81-2DFEBD11D646}" type="pres">
      <dgm:prSet presAssocID="{FAC7D932-3B9E-044C-80D0-4BFBC838877E}" presName="sibTransFirstNode" presStyleLbl="bgShp" presStyleIdx="0" presStyleCnt="1"/>
      <dgm:spPr/>
    </dgm:pt>
    <dgm:pt modelId="{F3887D88-F6B0-FF48-B42C-0D70A7CFE995}" type="pres">
      <dgm:prSet presAssocID="{71855E21-7A9E-7640-9BBB-89A54BB0AB95}" presName="nodeFollowingNodes" presStyleLbl="node1" presStyleIdx="1" presStyleCnt="6">
        <dgm:presLayoutVars>
          <dgm:bulletEnabled val="1"/>
        </dgm:presLayoutVars>
      </dgm:prSet>
      <dgm:spPr/>
    </dgm:pt>
    <dgm:pt modelId="{97DD4BA1-49B1-3F40-B570-927DFC94100E}" type="pres">
      <dgm:prSet presAssocID="{9B60F5AE-67D1-604E-B7C2-EA2C232C2C93}" presName="nodeFollowingNodes" presStyleLbl="node1" presStyleIdx="2" presStyleCnt="6">
        <dgm:presLayoutVars>
          <dgm:bulletEnabled val="1"/>
        </dgm:presLayoutVars>
      </dgm:prSet>
      <dgm:spPr/>
    </dgm:pt>
    <dgm:pt modelId="{3F401BB1-4488-934F-A99D-FD1A433C1868}" type="pres">
      <dgm:prSet presAssocID="{E1929B5C-1918-7747-86E2-E2DF7E3ACB77}" presName="nodeFollowingNodes" presStyleLbl="node1" presStyleIdx="3" presStyleCnt="6">
        <dgm:presLayoutVars>
          <dgm:bulletEnabled val="1"/>
        </dgm:presLayoutVars>
      </dgm:prSet>
      <dgm:spPr/>
    </dgm:pt>
    <dgm:pt modelId="{2B6752EB-9DCC-984A-B5AF-D022F7138B27}" type="pres">
      <dgm:prSet presAssocID="{8EA8E15D-A1D5-EF4F-A17A-B86404C18A81}" presName="nodeFollowingNodes" presStyleLbl="node1" presStyleIdx="4" presStyleCnt="6">
        <dgm:presLayoutVars>
          <dgm:bulletEnabled val="1"/>
        </dgm:presLayoutVars>
      </dgm:prSet>
      <dgm:spPr/>
    </dgm:pt>
    <dgm:pt modelId="{7F55557B-E1B0-DF42-95CA-F4B478314382}" type="pres">
      <dgm:prSet presAssocID="{4F6A2660-C893-714C-816A-047FCA8CF2AB}" presName="nodeFollowingNodes" presStyleLbl="node1" presStyleIdx="5" presStyleCnt="6">
        <dgm:presLayoutVars>
          <dgm:bulletEnabled val="1"/>
        </dgm:presLayoutVars>
      </dgm:prSet>
      <dgm:spPr/>
    </dgm:pt>
  </dgm:ptLst>
  <dgm:cxnLst>
    <dgm:cxn modelId="{39DC7C11-F972-834A-90FB-4EC52AC92F13}" type="presOf" srcId="{E1929B5C-1918-7747-86E2-E2DF7E3ACB77}" destId="{3F401BB1-4488-934F-A99D-FD1A433C1868}" srcOrd="0" destOrd="0" presId="urn:microsoft.com/office/officeart/2005/8/layout/cycle3"/>
    <dgm:cxn modelId="{0E9F9A16-325A-AE40-9288-AC1B49CF5E31}" type="presOf" srcId="{B216A317-797B-E04F-8EE5-7A7A1AD67E61}" destId="{FC09276A-8189-EA4B-82CB-390864BB2A4D}" srcOrd="0" destOrd="0" presId="urn:microsoft.com/office/officeart/2005/8/layout/cycle3"/>
    <dgm:cxn modelId="{4A5D5E39-6BCC-0E47-974D-F54612F2B3CB}" type="presOf" srcId="{9B60F5AE-67D1-604E-B7C2-EA2C232C2C93}" destId="{97DD4BA1-49B1-3F40-B570-927DFC94100E}" srcOrd="0" destOrd="0" presId="urn:microsoft.com/office/officeart/2005/8/layout/cycle3"/>
    <dgm:cxn modelId="{479F834A-F22E-3F4B-B1A3-7DD0E87A4ED9}" srcId="{B2D8063B-4CA4-9F43-9108-4BEA04EB6D42}" destId="{9B60F5AE-67D1-604E-B7C2-EA2C232C2C93}" srcOrd="2" destOrd="0" parTransId="{E69BA8E1-0545-7445-ADFF-D83F5EA71D04}" sibTransId="{9C3F7717-E053-6C42-A356-371A23098B34}"/>
    <dgm:cxn modelId="{4F1FAE4B-0B25-204D-AB48-2F6E07A7699C}" type="presOf" srcId="{4F6A2660-C893-714C-816A-047FCA8CF2AB}" destId="{7F55557B-E1B0-DF42-95CA-F4B478314382}" srcOrd="0" destOrd="0" presId="urn:microsoft.com/office/officeart/2005/8/layout/cycle3"/>
    <dgm:cxn modelId="{3142E753-B607-E441-BDFD-CBC670FC3830}" srcId="{B2D8063B-4CA4-9F43-9108-4BEA04EB6D42}" destId="{71855E21-7A9E-7640-9BBB-89A54BB0AB95}" srcOrd="1" destOrd="0" parTransId="{D6143CC2-4360-564F-951E-889609BF33EF}" sibTransId="{F48811DD-5FFD-D14F-B5A9-C37A4EB599E4}"/>
    <dgm:cxn modelId="{15DA3263-1489-1D4F-A21A-80AF0307A43D}" type="presOf" srcId="{FAC7D932-3B9E-044C-80D0-4BFBC838877E}" destId="{4EF387C6-B145-4643-8A81-2DFEBD11D646}" srcOrd="0" destOrd="0" presId="urn:microsoft.com/office/officeart/2005/8/layout/cycle3"/>
    <dgm:cxn modelId="{FAD9C27F-BE75-E142-8EE5-6FFC9839F96A}" type="presOf" srcId="{B2D8063B-4CA4-9F43-9108-4BEA04EB6D42}" destId="{5672FE2C-608C-9940-854D-1B8DC0998B5C}" srcOrd="0" destOrd="0" presId="urn:microsoft.com/office/officeart/2005/8/layout/cycle3"/>
    <dgm:cxn modelId="{28D22F84-5CE6-A040-A5D5-E17003E8EAA7}" srcId="{B2D8063B-4CA4-9F43-9108-4BEA04EB6D42}" destId="{B216A317-797B-E04F-8EE5-7A7A1AD67E61}" srcOrd="0" destOrd="0" parTransId="{3353D9C5-4B9D-A040-87ED-283A88C395B0}" sibTransId="{FAC7D932-3B9E-044C-80D0-4BFBC838877E}"/>
    <dgm:cxn modelId="{B2217386-80CC-454C-8E02-83F7E866D7F3}" srcId="{B2D8063B-4CA4-9F43-9108-4BEA04EB6D42}" destId="{8EA8E15D-A1D5-EF4F-A17A-B86404C18A81}" srcOrd="4" destOrd="0" parTransId="{7A788BF4-30ED-794A-ADF0-C9015E2D48B2}" sibTransId="{1B1222AD-B77B-B349-80C9-1F654093126C}"/>
    <dgm:cxn modelId="{AF4CCCC7-4D6E-F84D-881F-6B1413F838C3}" type="presOf" srcId="{71855E21-7A9E-7640-9BBB-89A54BB0AB95}" destId="{F3887D88-F6B0-FF48-B42C-0D70A7CFE995}" srcOrd="0" destOrd="0" presId="urn:microsoft.com/office/officeart/2005/8/layout/cycle3"/>
    <dgm:cxn modelId="{F1E02AD2-8972-6C42-B378-65CD99AA6209}" type="presOf" srcId="{8EA8E15D-A1D5-EF4F-A17A-B86404C18A81}" destId="{2B6752EB-9DCC-984A-B5AF-D022F7138B27}" srcOrd="0" destOrd="0" presId="urn:microsoft.com/office/officeart/2005/8/layout/cycle3"/>
    <dgm:cxn modelId="{3B35A1E1-FF36-9140-AC2F-C9FFEB7807C4}" srcId="{B2D8063B-4CA4-9F43-9108-4BEA04EB6D42}" destId="{E1929B5C-1918-7747-86E2-E2DF7E3ACB77}" srcOrd="3" destOrd="0" parTransId="{3B9FEC35-F140-604E-9F2D-EA977F7E53F3}" sibTransId="{A0D45B56-FCBD-B348-8CB6-EDCBBECDDBEA}"/>
    <dgm:cxn modelId="{B956A8EE-72ED-4843-9630-04E6F4FFD9DD}" srcId="{B2D8063B-4CA4-9F43-9108-4BEA04EB6D42}" destId="{4F6A2660-C893-714C-816A-047FCA8CF2AB}" srcOrd="5" destOrd="0" parTransId="{EDE51A25-E10A-AF43-90B4-F84E276057F3}" sibTransId="{6363AE23-5634-D043-AFF8-2617A9C15A2C}"/>
    <dgm:cxn modelId="{D8CE6361-B7CF-D646-823C-7C62D3737AC5}" type="presParOf" srcId="{5672FE2C-608C-9940-854D-1B8DC0998B5C}" destId="{B81E8318-5437-E349-ACD6-61C13EBAD161}" srcOrd="0" destOrd="0" presId="urn:microsoft.com/office/officeart/2005/8/layout/cycle3"/>
    <dgm:cxn modelId="{DE43E39A-67C9-F643-A85A-FDE4E2D2CDCA}" type="presParOf" srcId="{B81E8318-5437-E349-ACD6-61C13EBAD161}" destId="{FC09276A-8189-EA4B-82CB-390864BB2A4D}" srcOrd="0" destOrd="0" presId="urn:microsoft.com/office/officeart/2005/8/layout/cycle3"/>
    <dgm:cxn modelId="{D13C0DA1-4771-D54A-8DBC-DBB39678D8A5}" type="presParOf" srcId="{B81E8318-5437-E349-ACD6-61C13EBAD161}" destId="{4EF387C6-B145-4643-8A81-2DFEBD11D646}" srcOrd="1" destOrd="0" presId="urn:microsoft.com/office/officeart/2005/8/layout/cycle3"/>
    <dgm:cxn modelId="{CEE4B074-D40B-E147-8FD5-DF5FED8B0100}" type="presParOf" srcId="{B81E8318-5437-E349-ACD6-61C13EBAD161}" destId="{F3887D88-F6B0-FF48-B42C-0D70A7CFE995}" srcOrd="2" destOrd="0" presId="urn:microsoft.com/office/officeart/2005/8/layout/cycle3"/>
    <dgm:cxn modelId="{7E94AB26-FA6E-CA47-A4DD-85BD217C439F}" type="presParOf" srcId="{B81E8318-5437-E349-ACD6-61C13EBAD161}" destId="{97DD4BA1-49B1-3F40-B570-927DFC94100E}" srcOrd="3" destOrd="0" presId="urn:microsoft.com/office/officeart/2005/8/layout/cycle3"/>
    <dgm:cxn modelId="{8B71778A-EA09-E34A-8443-0CC2BAB42504}" type="presParOf" srcId="{B81E8318-5437-E349-ACD6-61C13EBAD161}" destId="{3F401BB1-4488-934F-A99D-FD1A433C1868}" srcOrd="4" destOrd="0" presId="urn:microsoft.com/office/officeart/2005/8/layout/cycle3"/>
    <dgm:cxn modelId="{3A24042A-71E7-C943-9EC5-192DFDCE97EE}" type="presParOf" srcId="{B81E8318-5437-E349-ACD6-61C13EBAD161}" destId="{2B6752EB-9DCC-984A-B5AF-D022F7138B27}" srcOrd="5" destOrd="0" presId="urn:microsoft.com/office/officeart/2005/8/layout/cycle3"/>
    <dgm:cxn modelId="{340F03B3-DD9C-0D4F-9EDB-66A0EC805302}" type="presParOf" srcId="{B81E8318-5437-E349-ACD6-61C13EBAD161}" destId="{7F55557B-E1B0-DF42-95CA-F4B478314382}" srcOrd="6" destOrd="0" presId="urn:microsoft.com/office/officeart/2005/8/layout/cycle3"/>
  </dgm:cxnLst>
  <dgm:bg/>
  <dgm:whole/>
  <dgm:extLst>
    <a:ext uri="http://schemas.microsoft.com/office/drawing/2008/diagram">
      <dsp:dataModelExt xmlns:dsp="http://schemas.microsoft.com/office/drawing/2008/diagram" relId="rId6" minVer="http://schemas.openxmlformats.org/drawingml/2006/diagram"/>
    </a:ext>
    <a:ext uri="{C62137D5-CB1D-491B-B009-E17868A290BF}">
      <dgm14:recolorImg xmlns:dgm14="http://schemas.microsoft.com/office/drawing/2010/diagram" val="1"/>
    </a:ext>
  </dgm:extLst>
</dgm:dataModel>
</file>

<file path=ppt/diagrams/data4.xml><?xml version="1.0" encoding="utf-8"?>
<dgm:dataModel xmlns:dgm="http://schemas.openxmlformats.org/drawingml/2006/diagram" xmlns:a="http://schemas.openxmlformats.org/drawingml/2006/main">
  <dgm:ptLst>
    <dgm:pt modelId="{5ABB319C-19E7-9F40-8D6C-C6E7B4B4FB07}"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555ECC2A-158B-AD40-A637-233D991BF53C}">
      <dgm:prSet/>
      <dgm:spPr/>
      <dgm:t>
        <a:bodyPr/>
        <a:lstStyle/>
        <a:p>
          <a:r>
            <a:rPr lang="en-US" dirty="0"/>
            <a:t>Step 1: </a:t>
          </a:r>
          <a:r>
            <a:rPr lang="en-US" dirty="0">
              <a:latin typeface="Consolas" panose="020B0609020204030204" pitchFamily="49" charset="0"/>
              <a:cs typeface="Consolas" panose="020B0609020204030204" pitchFamily="49" charset="0"/>
            </a:rPr>
            <a:t>git add </a:t>
          </a:r>
          <a:r>
            <a:rPr lang="en-US" dirty="0"/>
            <a:t>(staging)</a:t>
          </a:r>
          <a:endParaRPr lang="en-CA" dirty="0"/>
        </a:p>
      </dgm:t>
    </dgm:pt>
    <dgm:pt modelId="{6E8B33FB-250A-E54E-B137-52C9464A1E1C}" type="parTrans" cxnId="{ECFBBF1E-DB70-9941-9BC8-5D010FD2637C}">
      <dgm:prSet/>
      <dgm:spPr/>
      <dgm:t>
        <a:bodyPr/>
        <a:lstStyle/>
        <a:p>
          <a:endParaRPr lang="en-US"/>
        </a:p>
      </dgm:t>
    </dgm:pt>
    <dgm:pt modelId="{F2EA82A2-D69E-884D-9B42-C4AAEC8D080D}" type="sibTrans" cxnId="{ECFBBF1E-DB70-9941-9BC8-5D010FD2637C}">
      <dgm:prSet/>
      <dgm:spPr/>
      <dgm:t>
        <a:bodyPr/>
        <a:lstStyle/>
        <a:p>
          <a:endParaRPr lang="en-US"/>
        </a:p>
      </dgm:t>
    </dgm:pt>
    <dgm:pt modelId="{0A401591-2462-0341-9B8F-1CFA7D9CE972}">
      <dgm:prSet/>
      <dgm:spPr/>
      <dgm:t>
        <a:bodyPr/>
        <a:lstStyle/>
        <a:p>
          <a:r>
            <a:rPr lang="en-US"/>
            <a:t>Select which files to include.</a:t>
          </a:r>
          <a:endParaRPr lang="en-CA"/>
        </a:p>
      </dgm:t>
    </dgm:pt>
    <dgm:pt modelId="{E4B340BA-B9DA-9541-ADE5-4668D79EE2C3}" type="parTrans" cxnId="{979C97FD-31C2-2B46-83FD-2DB84B5C0AF2}">
      <dgm:prSet/>
      <dgm:spPr/>
      <dgm:t>
        <a:bodyPr/>
        <a:lstStyle/>
        <a:p>
          <a:endParaRPr lang="en-US"/>
        </a:p>
      </dgm:t>
    </dgm:pt>
    <dgm:pt modelId="{0A828AD3-6CC3-8B4B-9106-DB24B8638D5E}" type="sibTrans" cxnId="{979C97FD-31C2-2B46-83FD-2DB84B5C0AF2}">
      <dgm:prSet/>
      <dgm:spPr/>
      <dgm:t>
        <a:bodyPr/>
        <a:lstStyle/>
        <a:p>
          <a:endParaRPr lang="en-US"/>
        </a:p>
      </dgm:t>
    </dgm:pt>
    <dgm:pt modelId="{A639A526-7FF9-B04F-8E43-59466C147F7D}">
      <dgm:prSet/>
      <dgm:spPr/>
      <dgm:t>
        <a:bodyPr/>
        <a:lstStyle/>
        <a:p>
          <a:r>
            <a:rPr lang="en-US" dirty="0"/>
            <a:t>Can stage:</a:t>
          </a:r>
          <a:endParaRPr lang="en-CA" dirty="0"/>
        </a:p>
      </dgm:t>
    </dgm:pt>
    <dgm:pt modelId="{2193D0FD-B5E6-484F-99CB-C892D34BCCEC}" type="parTrans" cxnId="{AF603D4F-875C-594A-8CB8-60B0224E4F97}">
      <dgm:prSet/>
      <dgm:spPr/>
      <dgm:t>
        <a:bodyPr/>
        <a:lstStyle/>
        <a:p>
          <a:endParaRPr lang="en-US"/>
        </a:p>
      </dgm:t>
    </dgm:pt>
    <dgm:pt modelId="{D3064473-28BE-134B-84E4-E63F9A2DE964}" type="sibTrans" cxnId="{AF603D4F-875C-594A-8CB8-60B0224E4F97}">
      <dgm:prSet/>
      <dgm:spPr/>
      <dgm:t>
        <a:bodyPr/>
        <a:lstStyle/>
        <a:p>
          <a:endParaRPr lang="en-US"/>
        </a:p>
      </dgm:t>
    </dgm:pt>
    <dgm:pt modelId="{6FCC8C83-772D-8644-AE3B-50A9E93E05C5}">
      <dgm:prSet/>
      <dgm:spPr/>
      <dgm:t>
        <a:bodyPr/>
        <a:lstStyle/>
        <a:p>
          <a:r>
            <a:rPr lang="en-US" dirty="0"/>
            <a:t>Specific files, for example, </a:t>
          </a:r>
          <a:r>
            <a:rPr lang="en-US" dirty="0">
              <a:latin typeface="Consolas" panose="020B0609020204030204" pitchFamily="49" charset="0"/>
              <a:cs typeface="Consolas" panose="020B0609020204030204" pitchFamily="49" charset="0"/>
            </a:rPr>
            <a:t>git add </a:t>
          </a:r>
          <a:r>
            <a:rPr lang="en-US" dirty="0" err="1">
              <a:latin typeface="Consolas" panose="020B0609020204030204" pitchFamily="49" charset="0"/>
              <a:cs typeface="Consolas" panose="020B0609020204030204" pitchFamily="49" charset="0"/>
            </a:rPr>
            <a:t>flexodeal-lite.cc</a:t>
          </a:r>
          <a:r>
            <a:rPr lang="en-US" dirty="0">
              <a:latin typeface="Consolas" panose="020B0609020204030204" pitchFamily="49" charset="0"/>
              <a:cs typeface="Consolas" panose="020B0609020204030204" pitchFamily="49" charset="0"/>
            </a:rPr>
            <a:t> </a:t>
          </a:r>
          <a:r>
            <a:rPr lang="en-US" dirty="0" err="1">
              <a:latin typeface="Consolas" panose="020B0609020204030204" pitchFamily="49" charset="0"/>
              <a:cs typeface="Consolas" panose="020B0609020204030204" pitchFamily="49" charset="0"/>
            </a:rPr>
            <a:t>parameters.prm</a:t>
          </a:r>
          <a:endParaRPr lang="en-CA" dirty="0">
            <a:latin typeface="Consolas" panose="020B0609020204030204" pitchFamily="49" charset="0"/>
            <a:cs typeface="Consolas" panose="020B0609020204030204" pitchFamily="49" charset="0"/>
          </a:endParaRPr>
        </a:p>
      </dgm:t>
    </dgm:pt>
    <dgm:pt modelId="{69129523-3137-DC45-B8BF-75FA34DB6F64}" type="parTrans" cxnId="{F05C974C-AD57-5842-A2C5-ADE4F4204CA0}">
      <dgm:prSet/>
      <dgm:spPr/>
      <dgm:t>
        <a:bodyPr/>
        <a:lstStyle/>
        <a:p>
          <a:endParaRPr lang="en-US"/>
        </a:p>
      </dgm:t>
    </dgm:pt>
    <dgm:pt modelId="{F131A3F5-7F52-244E-8B4D-419E827EF233}" type="sibTrans" cxnId="{F05C974C-AD57-5842-A2C5-ADE4F4204CA0}">
      <dgm:prSet/>
      <dgm:spPr/>
      <dgm:t>
        <a:bodyPr/>
        <a:lstStyle/>
        <a:p>
          <a:endParaRPr lang="en-US"/>
        </a:p>
      </dgm:t>
    </dgm:pt>
    <dgm:pt modelId="{509BB0BD-7CB9-3C45-9EBF-843726B51BE3}">
      <dgm:prSet/>
      <dgm:spPr/>
      <dgm:t>
        <a:bodyPr/>
        <a:lstStyle/>
        <a:p>
          <a:r>
            <a:rPr lang="en-US" dirty="0"/>
            <a:t>All files: </a:t>
          </a:r>
          <a:r>
            <a:rPr lang="en-US" dirty="0">
              <a:latin typeface="Consolas" panose="020B0609020204030204" pitchFamily="49" charset="0"/>
              <a:cs typeface="Consolas" panose="020B0609020204030204" pitchFamily="49" charset="0"/>
            </a:rPr>
            <a:t>git add . </a:t>
          </a:r>
          <a:endParaRPr lang="en-CA" dirty="0">
            <a:latin typeface="Consolas" panose="020B0609020204030204" pitchFamily="49" charset="0"/>
            <a:cs typeface="Consolas" panose="020B0609020204030204" pitchFamily="49" charset="0"/>
          </a:endParaRPr>
        </a:p>
      </dgm:t>
    </dgm:pt>
    <dgm:pt modelId="{C9FE43D5-78B7-1E4A-A4D4-4E93C4F2AA85}" type="parTrans" cxnId="{143B64DC-EE40-BE40-8702-D89734A6D025}">
      <dgm:prSet/>
      <dgm:spPr/>
      <dgm:t>
        <a:bodyPr/>
        <a:lstStyle/>
        <a:p>
          <a:endParaRPr lang="en-US"/>
        </a:p>
      </dgm:t>
    </dgm:pt>
    <dgm:pt modelId="{06A157C0-1AA2-914A-ACF1-53970881EE9B}" type="sibTrans" cxnId="{143B64DC-EE40-BE40-8702-D89734A6D025}">
      <dgm:prSet/>
      <dgm:spPr/>
      <dgm:t>
        <a:bodyPr/>
        <a:lstStyle/>
        <a:p>
          <a:endParaRPr lang="en-US"/>
        </a:p>
      </dgm:t>
    </dgm:pt>
    <dgm:pt modelId="{920B95B3-4B3E-4B46-9CBF-542EB2DB1DE4}">
      <dgm:prSet/>
      <dgm:spPr/>
      <dgm:t>
        <a:bodyPr/>
        <a:lstStyle/>
        <a:p>
          <a:r>
            <a:rPr lang="en-US" dirty="0"/>
            <a:t>Think: “What do I want in this update?”</a:t>
          </a:r>
          <a:endParaRPr lang="en-CA" dirty="0"/>
        </a:p>
      </dgm:t>
    </dgm:pt>
    <dgm:pt modelId="{3520808B-5970-2F4A-8911-8E93D37F1ED3}" type="parTrans" cxnId="{2DC0EAA7-8F69-B64F-BCC0-5FDC99729D8C}">
      <dgm:prSet/>
      <dgm:spPr/>
      <dgm:t>
        <a:bodyPr/>
        <a:lstStyle/>
        <a:p>
          <a:endParaRPr lang="en-US"/>
        </a:p>
      </dgm:t>
    </dgm:pt>
    <dgm:pt modelId="{36DC94A5-96E7-1C40-9C12-AC3FB2AB4265}" type="sibTrans" cxnId="{2DC0EAA7-8F69-B64F-BCC0-5FDC99729D8C}">
      <dgm:prSet/>
      <dgm:spPr/>
      <dgm:t>
        <a:bodyPr/>
        <a:lstStyle/>
        <a:p>
          <a:endParaRPr lang="en-US"/>
        </a:p>
      </dgm:t>
    </dgm:pt>
    <dgm:pt modelId="{8184623F-D4A4-D24C-97CA-AF0127BDDA20}">
      <dgm:prSet/>
      <dgm:spPr/>
      <dgm:t>
        <a:bodyPr/>
        <a:lstStyle/>
        <a:p>
          <a:r>
            <a:rPr lang="en-US" dirty="0"/>
            <a:t>Step 2: </a:t>
          </a:r>
          <a:r>
            <a:rPr lang="en-US" dirty="0">
              <a:latin typeface="Consolas" panose="020B0609020204030204" pitchFamily="49" charset="0"/>
              <a:cs typeface="Consolas" panose="020B0609020204030204" pitchFamily="49" charset="0"/>
            </a:rPr>
            <a:t>git commit </a:t>
          </a:r>
          <a:r>
            <a:rPr lang="en-US" dirty="0"/>
            <a:t>(local save)</a:t>
          </a:r>
        </a:p>
      </dgm:t>
    </dgm:pt>
    <dgm:pt modelId="{08B87CA7-E26A-774F-9692-40D402CBF969}" type="parTrans" cxnId="{F0AC8951-696C-5449-B0BF-53FA6D807DFF}">
      <dgm:prSet/>
      <dgm:spPr/>
      <dgm:t>
        <a:bodyPr/>
        <a:lstStyle/>
        <a:p>
          <a:endParaRPr lang="en-US"/>
        </a:p>
      </dgm:t>
    </dgm:pt>
    <dgm:pt modelId="{F72169FD-838D-EF4C-910B-FA4ECF3D7CCA}" type="sibTrans" cxnId="{F0AC8951-696C-5449-B0BF-53FA6D807DFF}">
      <dgm:prSet/>
      <dgm:spPr/>
      <dgm:t>
        <a:bodyPr/>
        <a:lstStyle/>
        <a:p>
          <a:endParaRPr lang="en-US"/>
        </a:p>
      </dgm:t>
    </dgm:pt>
    <dgm:pt modelId="{D8FF9602-2D66-5348-A11F-E874DCD61FC4}">
      <dgm:prSet/>
      <dgm:spPr/>
      <dgm:t>
        <a:bodyPr/>
        <a:lstStyle/>
        <a:p>
          <a:r>
            <a:rPr lang="en-US" dirty="0"/>
            <a:t>Creates a snapshot of staged changes.</a:t>
          </a:r>
        </a:p>
      </dgm:t>
    </dgm:pt>
    <dgm:pt modelId="{708CF401-323A-7D47-90DF-8113C9FD6A5A}" type="parTrans" cxnId="{F37E6E4B-A575-6E44-88AC-0059D0D9434F}">
      <dgm:prSet/>
      <dgm:spPr/>
      <dgm:t>
        <a:bodyPr/>
        <a:lstStyle/>
        <a:p>
          <a:endParaRPr lang="en-US"/>
        </a:p>
      </dgm:t>
    </dgm:pt>
    <dgm:pt modelId="{2CDB25D8-5C8B-E347-8FD9-E37BF220D6D2}" type="sibTrans" cxnId="{F37E6E4B-A575-6E44-88AC-0059D0D9434F}">
      <dgm:prSet/>
      <dgm:spPr/>
      <dgm:t>
        <a:bodyPr/>
        <a:lstStyle/>
        <a:p>
          <a:endParaRPr lang="en-US"/>
        </a:p>
      </dgm:t>
    </dgm:pt>
    <dgm:pt modelId="{3FE5420D-3424-FA42-BBA4-315F37BC1AA5}">
      <dgm:prSet/>
      <dgm:spPr/>
      <dgm:t>
        <a:bodyPr/>
        <a:lstStyle/>
        <a:p>
          <a:r>
            <a:rPr lang="en-US" dirty="0"/>
            <a:t>Write clear, concise messages: </a:t>
          </a:r>
          <a:r>
            <a:rPr lang="en-US" dirty="0">
              <a:latin typeface="Consolas" panose="020B0609020204030204" pitchFamily="49" charset="0"/>
              <a:cs typeface="Consolas" panose="020B0609020204030204" pitchFamily="49" charset="0"/>
            </a:rPr>
            <a:t>git commit -m “Added intramuscular fat”</a:t>
          </a:r>
        </a:p>
      </dgm:t>
    </dgm:pt>
    <dgm:pt modelId="{37FB7BDD-D4CF-E245-A7D6-C69333708F56}" type="parTrans" cxnId="{814D5DF2-4E92-334E-B8E5-FD3EE2AE0B19}">
      <dgm:prSet/>
      <dgm:spPr/>
      <dgm:t>
        <a:bodyPr/>
        <a:lstStyle/>
        <a:p>
          <a:endParaRPr lang="en-US"/>
        </a:p>
      </dgm:t>
    </dgm:pt>
    <dgm:pt modelId="{3C60B772-B871-E041-B766-B18816A8F06A}" type="sibTrans" cxnId="{814D5DF2-4E92-334E-B8E5-FD3EE2AE0B19}">
      <dgm:prSet/>
      <dgm:spPr/>
      <dgm:t>
        <a:bodyPr/>
        <a:lstStyle/>
        <a:p>
          <a:endParaRPr lang="en-US"/>
        </a:p>
      </dgm:t>
    </dgm:pt>
    <dgm:pt modelId="{2D980DAE-4E0A-E147-A59B-AA61D6F75AD6}">
      <dgm:prSet/>
      <dgm:spPr/>
      <dgm:t>
        <a:bodyPr/>
        <a:lstStyle/>
        <a:p>
          <a:r>
            <a:rPr lang="en-US" dirty="0"/>
            <a:t>Step 3: </a:t>
          </a:r>
          <a:r>
            <a:rPr lang="en-US" dirty="0">
              <a:latin typeface="Consolas" panose="020B0609020204030204" pitchFamily="49" charset="0"/>
              <a:cs typeface="Consolas" panose="020B0609020204030204" pitchFamily="49" charset="0"/>
            </a:rPr>
            <a:t>git push </a:t>
          </a:r>
          <a:r>
            <a:rPr lang="en-US" dirty="0"/>
            <a:t>(Share)</a:t>
          </a:r>
        </a:p>
      </dgm:t>
    </dgm:pt>
    <dgm:pt modelId="{80BB5904-BFB1-0C4F-8CF9-E461CCA0D9DC}" type="parTrans" cxnId="{DE18D741-52E2-BD4D-B498-AB1127EAC150}">
      <dgm:prSet/>
      <dgm:spPr/>
      <dgm:t>
        <a:bodyPr/>
        <a:lstStyle/>
        <a:p>
          <a:endParaRPr lang="en-US"/>
        </a:p>
      </dgm:t>
    </dgm:pt>
    <dgm:pt modelId="{CA212E91-CFF2-094C-A8EF-C1C428A5342D}" type="sibTrans" cxnId="{DE18D741-52E2-BD4D-B498-AB1127EAC150}">
      <dgm:prSet/>
      <dgm:spPr/>
      <dgm:t>
        <a:bodyPr/>
        <a:lstStyle/>
        <a:p>
          <a:endParaRPr lang="en-US"/>
        </a:p>
      </dgm:t>
    </dgm:pt>
    <dgm:pt modelId="{DB211832-6952-834A-9B22-256079F1E0EF}">
      <dgm:prSet/>
      <dgm:spPr/>
      <dgm:t>
        <a:bodyPr/>
        <a:lstStyle/>
        <a:p>
          <a:r>
            <a:rPr lang="en-US" dirty="0"/>
            <a:t>Upload commits to GitHub.</a:t>
          </a:r>
        </a:p>
      </dgm:t>
    </dgm:pt>
    <dgm:pt modelId="{92B296DE-C8BD-994D-945B-1CA501757B84}" type="parTrans" cxnId="{71AAB815-78F4-D242-995D-5833D9BAEB1F}">
      <dgm:prSet/>
      <dgm:spPr/>
      <dgm:t>
        <a:bodyPr/>
        <a:lstStyle/>
        <a:p>
          <a:endParaRPr lang="en-US"/>
        </a:p>
      </dgm:t>
    </dgm:pt>
    <dgm:pt modelId="{D1C09A02-6FEA-5A4B-AB39-73414B696295}" type="sibTrans" cxnId="{71AAB815-78F4-D242-995D-5833D9BAEB1F}">
      <dgm:prSet/>
      <dgm:spPr/>
      <dgm:t>
        <a:bodyPr/>
        <a:lstStyle/>
        <a:p>
          <a:endParaRPr lang="en-US"/>
        </a:p>
      </dgm:t>
    </dgm:pt>
    <dgm:pt modelId="{FA91DACC-B1DB-3C4B-8411-03EAE628E673}">
      <dgm:prSet/>
      <dgm:spPr/>
      <dgm:t>
        <a:bodyPr/>
        <a:lstStyle/>
        <a:p>
          <a:r>
            <a:rPr lang="en-US" dirty="0"/>
            <a:t>Makes changes visible to collaborators.</a:t>
          </a:r>
        </a:p>
      </dgm:t>
    </dgm:pt>
    <dgm:pt modelId="{C230C2C3-EFB9-104F-AB98-1CA944E53A3A}" type="parTrans" cxnId="{2CD57E8A-6A2F-204F-9F06-7293EA49C5C4}">
      <dgm:prSet/>
      <dgm:spPr/>
      <dgm:t>
        <a:bodyPr/>
        <a:lstStyle/>
        <a:p>
          <a:endParaRPr lang="en-US"/>
        </a:p>
      </dgm:t>
    </dgm:pt>
    <dgm:pt modelId="{DE64982E-E5A9-364D-AB82-9756CCEE43EC}" type="sibTrans" cxnId="{2CD57E8A-6A2F-204F-9F06-7293EA49C5C4}">
      <dgm:prSet/>
      <dgm:spPr/>
      <dgm:t>
        <a:bodyPr/>
        <a:lstStyle/>
        <a:p>
          <a:endParaRPr lang="en-US"/>
        </a:p>
      </dgm:t>
    </dgm:pt>
    <dgm:pt modelId="{BAE84D61-A20B-4941-9AC3-FCC7D5960CFB}">
      <dgm:prSet/>
      <dgm:spPr/>
      <dgm:t>
        <a:bodyPr/>
        <a:lstStyle/>
        <a:p>
          <a:r>
            <a:rPr lang="en-US" dirty="0">
              <a:latin typeface="+mn-lt"/>
              <a:cs typeface="Consolas" panose="020B0609020204030204" pitchFamily="49" charset="0"/>
            </a:rPr>
            <a:t>Think: “What did I change and why?”</a:t>
          </a:r>
        </a:p>
      </dgm:t>
    </dgm:pt>
    <dgm:pt modelId="{8744F2AB-7F53-1243-B623-CCEAC5F71DFA}" type="parTrans" cxnId="{A4113C55-2DC8-E741-87A9-506F25645303}">
      <dgm:prSet/>
      <dgm:spPr/>
      <dgm:t>
        <a:bodyPr/>
        <a:lstStyle/>
        <a:p>
          <a:endParaRPr lang="en-US"/>
        </a:p>
      </dgm:t>
    </dgm:pt>
    <dgm:pt modelId="{54E60EC0-8C23-CD4D-A3E6-DCD964A63583}" type="sibTrans" cxnId="{A4113C55-2DC8-E741-87A9-506F25645303}">
      <dgm:prSet/>
      <dgm:spPr/>
      <dgm:t>
        <a:bodyPr/>
        <a:lstStyle/>
        <a:p>
          <a:endParaRPr lang="en-US"/>
        </a:p>
      </dgm:t>
    </dgm:pt>
    <dgm:pt modelId="{069083B9-A0CD-0241-9C26-BEA0696CE996}" type="pres">
      <dgm:prSet presAssocID="{5ABB319C-19E7-9F40-8D6C-C6E7B4B4FB07}" presName="linear" presStyleCnt="0">
        <dgm:presLayoutVars>
          <dgm:animLvl val="lvl"/>
          <dgm:resizeHandles val="exact"/>
        </dgm:presLayoutVars>
      </dgm:prSet>
      <dgm:spPr/>
    </dgm:pt>
    <dgm:pt modelId="{105BD84C-D465-3B4D-8067-F324C3C504B7}" type="pres">
      <dgm:prSet presAssocID="{555ECC2A-158B-AD40-A637-233D991BF53C}" presName="parentText" presStyleLbl="node1" presStyleIdx="0" presStyleCnt="3">
        <dgm:presLayoutVars>
          <dgm:chMax val="0"/>
          <dgm:bulletEnabled val="1"/>
        </dgm:presLayoutVars>
      </dgm:prSet>
      <dgm:spPr/>
    </dgm:pt>
    <dgm:pt modelId="{4DB8339B-6C22-9549-B3B4-BE5635FAD67E}" type="pres">
      <dgm:prSet presAssocID="{555ECC2A-158B-AD40-A637-233D991BF53C}" presName="childText" presStyleLbl="revTx" presStyleIdx="0" presStyleCnt="3">
        <dgm:presLayoutVars>
          <dgm:bulletEnabled val="1"/>
        </dgm:presLayoutVars>
      </dgm:prSet>
      <dgm:spPr/>
    </dgm:pt>
    <dgm:pt modelId="{14EA7013-1289-2240-AE2E-E62F9F5713AD}" type="pres">
      <dgm:prSet presAssocID="{8184623F-D4A4-D24C-97CA-AF0127BDDA20}" presName="parentText" presStyleLbl="node1" presStyleIdx="1" presStyleCnt="3">
        <dgm:presLayoutVars>
          <dgm:chMax val="0"/>
          <dgm:bulletEnabled val="1"/>
        </dgm:presLayoutVars>
      </dgm:prSet>
      <dgm:spPr/>
    </dgm:pt>
    <dgm:pt modelId="{514EC3EA-F08E-3744-B3ED-176DD006FFB7}" type="pres">
      <dgm:prSet presAssocID="{8184623F-D4A4-D24C-97CA-AF0127BDDA20}" presName="childText" presStyleLbl="revTx" presStyleIdx="1" presStyleCnt="3">
        <dgm:presLayoutVars>
          <dgm:bulletEnabled val="1"/>
        </dgm:presLayoutVars>
      </dgm:prSet>
      <dgm:spPr/>
    </dgm:pt>
    <dgm:pt modelId="{8CD573B1-3D85-E947-93CF-A23730B27274}" type="pres">
      <dgm:prSet presAssocID="{2D980DAE-4E0A-E147-A59B-AA61D6F75AD6}" presName="parentText" presStyleLbl="node1" presStyleIdx="2" presStyleCnt="3">
        <dgm:presLayoutVars>
          <dgm:chMax val="0"/>
          <dgm:bulletEnabled val="1"/>
        </dgm:presLayoutVars>
      </dgm:prSet>
      <dgm:spPr/>
    </dgm:pt>
    <dgm:pt modelId="{83D97647-4EC5-1443-8644-646D17ACB953}" type="pres">
      <dgm:prSet presAssocID="{2D980DAE-4E0A-E147-A59B-AA61D6F75AD6}" presName="childText" presStyleLbl="revTx" presStyleIdx="2" presStyleCnt="3">
        <dgm:presLayoutVars>
          <dgm:bulletEnabled val="1"/>
        </dgm:presLayoutVars>
      </dgm:prSet>
      <dgm:spPr/>
    </dgm:pt>
  </dgm:ptLst>
  <dgm:cxnLst>
    <dgm:cxn modelId="{C95A960D-D034-A742-BEE2-72489692E6A8}" type="presOf" srcId="{3FE5420D-3424-FA42-BBA4-315F37BC1AA5}" destId="{514EC3EA-F08E-3744-B3ED-176DD006FFB7}" srcOrd="0" destOrd="1" presId="urn:microsoft.com/office/officeart/2005/8/layout/vList2"/>
    <dgm:cxn modelId="{71AAB815-78F4-D242-995D-5833D9BAEB1F}" srcId="{2D980DAE-4E0A-E147-A59B-AA61D6F75AD6}" destId="{DB211832-6952-834A-9B22-256079F1E0EF}" srcOrd="0" destOrd="0" parTransId="{92B296DE-C8BD-994D-945B-1CA501757B84}" sibTransId="{D1C09A02-6FEA-5A4B-AB39-73414B696295}"/>
    <dgm:cxn modelId="{ECFBBF1E-DB70-9941-9BC8-5D010FD2637C}" srcId="{5ABB319C-19E7-9F40-8D6C-C6E7B4B4FB07}" destId="{555ECC2A-158B-AD40-A637-233D991BF53C}" srcOrd="0" destOrd="0" parTransId="{6E8B33FB-250A-E54E-B137-52C9464A1E1C}" sibTransId="{F2EA82A2-D69E-884D-9B42-C4AAEC8D080D}"/>
    <dgm:cxn modelId="{3DF1AD22-9258-3340-9D50-84C868BD6953}" type="presOf" srcId="{0A401591-2462-0341-9B8F-1CFA7D9CE972}" destId="{4DB8339B-6C22-9549-B3B4-BE5635FAD67E}" srcOrd="0" destOrd="0" presId="urn:microsoft.com/office/officeart/2005/8/layout/vList2"/>
    <dgm:cxn modelId="{DE18D741-52E2-BD4D-B498-AB1127EAC150}" srcId="{5ABB319C-19E7-9F40-8D6C-C6E7B4B4FB07}" destId="{2D980DAE-4E0A-E147-A59B-AA61D6F75AD6}" srcOrd="2" destOrd="0" parTransId="{80BB5904-BFB1-0C4F-8CF9-E461CCA0D9DC}" sibTransId="{CA212E91-CFF2-094C-A8EF-C1C428A5342D}"/>
    <dgm:cxn modelId="{28AD8A43-2BD5-F24C-B390-18335BAC58FC}" type="presOf" srcId="{6FCC8C83-772D-8644-AE3B-50A9E93E05C5}" destId="{4DB8339B-6C22-9549-B3B4-BE5635FAD67E}" srcOrd="0" destOrd="2" presId="urn:microsoft.com/office/officeart/2005/8/layout/vList2"/>
    <dgm:cxn modelId="{3654574B-7E06-3E4F-A03A-ACE5409688E5}" type="presOf" srcId="{BAE84D61-A20B-4941-9AC3-FCC7D5960CFB}" destId="{514EC3EA-F08E-3744-B3ED-176DD006FFB7}" srcOrd="0" destOrd="2" presId="urn:microsoft.com/office/officeart/2005/8/layout/vList2"/>
    <dgm:cxn modelId="{F37E6E4B-A575-6E44-88AC-0059D0D9434F}" srcId="{8184623F-D4A4-D24C-97CA-AF0127BDDA20}" destId="{D8FF9602-2D66-5348-A11F-E874DCD61FC4}" srcOrd="0" destOrd="0" parTransId="{708CF401-323A-7D47-90DF-8113C9FD6A5A}" sibTransId="{2CDB25D8-5C8B-E347-8FD9-E37BF220D6D2}"/>
    <dgm:cxn modelId="{F05C974C-AD57-5842-A2C5-ADE4F4204CA0}" srcId="{A639A526-7FF9-B04F-8E43-59466C147F7D}" destId="{6FCC8C83-772D-8644-AE3B-50A9E93E05C5}" srcOrd="0" destOrd="0" parTransId="{69129523-3137-DC45-B8BF-75FA34DB6F64}" sibTransId="{F131A3F5-7F52-244E-8B4D-419E827EF233}"/>
    <dgm:cxn modelId="{A97BA94E-DAFF-3047-A520-A34388A51D3B}" type="presOf" srcId="{920B95B3-4B3E-4B46-9CBF-542EB2DB1DE4}" destId="{4DB8339B-6C22-9549-B3B4-BE5635FAD67E}" srcOrd="0" destOrd="4" presId="urn:microsoft.com/office/officeart/2005/8/layout/vList2"/>
    <dgm:cxn modelId="{AF603D4F-875C-594A-8CB8-60B0224E4F97}" srcId="{555ECC2A-158B-AD40-A637-233D991BF53C}" destId="{A639A526-7FF9-B04F-8E43-59466C147F7D}" srcOrd="1" destOrd="0" parTransId="{2193D0FD-B5E6-484F-99CB-C892D34BCCEC}" sibTransId="{D3064473-28BE-134B-84E4-E63F9A2DE964}"/>
    <dgm:cxn modelId="{F0AC8951-696C-5449-B0BF-53FA6D807DFF}" srcId="{5ABB319C-19E7-9F40-8D6C-C6E7B4B4FB07}" destId="{8184623F-D4A4-D24C-97CA-AF0127BDDA20}" srcOrd="1" destOrd="0" parTransId="{08B87CA7-E26A-774F-9692-40D402CBF969}" sibTransId="{F72169FD-838D-EF4C-910B-FA4ECF3D7CCA}"/>
    <dgm:cxn modelId="{A4113C55-2DC8-E741-87A9-506F25645303}" srcId="{8184623F-D4A4-D24C-97CA-AF0127BDDA20}" destId="{BAE84D61-A20B-4941-9AC3-FCC7D5960CFB}" srcOrd="2" destOrd="0" parTransId="{8744F2AB-7F53-1243-B623-CCEAC5F71DFA}" sibTransId="{54E60EC0-8C23-CD4D-A3E6-DCD964A63583}"/>
    <dgm:cxn modelId="{DF93B870-FCF6-014B-B328-4B7C097723A8}" type="presOf" srcId="{509BB0BD-7CB9-3C45-9EBF-843726B51BE3}" destId="{4DB8339B-6C22-9549-B3B4-BE5635FAD67E}" srcOrd="0" destOrd="3" presId="urn:microsoft.com/office/officeart/2005/8/layout/vList2"/>
    <dgm:cxn modelId="{E2C12A7D-C436-584D-A3BB-A006867970A6}" type="presOf" srcId="{D8FF9602-2D66-5348-A11F-E874DCD61FC4}" destId="{514EC3EA-F08E-3744-B3ED-176DD006FFB7}" srcOrd="0" destOrd="0" presId="urn:microsoft.com/office/officeart/2005/8/layout/vList2"/>
    <dgm:cxn modelId="{2CD57E8A-6A2F-204F-9F06-7293EA49C5C4}" srcId="{2D980DAE-4E0A-E147-A59B-AA61D6F75AD6}" destId="{FA91DACC-B1DB-3C4B-8411-03EAE628E673}" srcOrd="1" destOrd="0" parTransId="{C230C2C3-EFB9-104F-AB98-1CA944E53A3A}" sibTransId="{DE64982E-E5A9-364D-AB82-9756CCEE43EC}"/>
    <dgm:cxn modelId="{F2C5E38E-C8DD-E74F-BAF4-546DB62F8CEB}" type="presOf" srcId="{DB211832-6952-834A-9B22-256079F1E0EF}" destId="{83D97647-4EC5-1443-8644-646D17ACB953}" srcOrd="0" destOrd="0" presId="urn:microsoft.com/office/officeart/2005/8/layout/vList2"/>
    <dgm:cxn modelId="{55733F99-8F92-CB48-8AE2-2CB3D57F0210}" type="presOf" srcId="{555ECC2A-158B-AD40-A637-233D991BF53C}" destId="{105BD84C-D465-3B4D-8067-F324C3C504B7}" srcOrd="0" destOrd="0" presId="urn:microsoft.com/office/officeart/2005/8/layout/vList2"/>
    <dgm:cxn modelId="{7131CE9B-2742-124D-B746-956B3E41450C}" type="presOf" srcId="{8184623F-D4A4-D24C-97CA-AF0127BDDA20}" destId="{14EA7013-1289-2240-AE2E-E62F9F5713AD}" srcOrd="0" destOrd="0" presId="urn:microsoft.com/office/officeart/2005/8/layout/vList2"/>
    <dgm:cxn modelId="{2DC0EAA7-8F69-B64F-BCC0-5FDC99729D8C}" srcId="{555ECC2A-158B-AD40-A637-233D991BF53C}" destId="{920B95B3-4B3E-4B46-9CBF-542EB2DB1DE4}" srcOrd="2" destOrd="0" parTransId="{3520808B-5970-2F4A-8911-8E93D37F1ED3}" sibTransId="{36DC94A5-96E7-1C40-9C12-AC3FB2AB4265}"/>
    <dgm:cxn modelId="{3D6BA4A9-8CB1-0F4E-AB6E-C3E47DFD5C66}" type="presOf" srcId="{2D980DAE-4E0A-E147-A59B-AA61D6F75AD6}" destId="{8CD573B1-3D85-E947-93CF-A23730B27274}" srcOrd="0" destOrd="0" presId="urn:microsoft.com/office/officeart/2005/8/layout/vList2"/>
    <dgm:cxn modelId="{143B64DC-EE40-BE40-8702-D89734A6D025}" srcId="{A639A526-7FF9-B04F-8E43-59466C147F7D}" destId="{509BB0BD-7CB9-3C45-9EBF-843726B51BE3}" srcOrd="1" destOrd="0" parTransId="{C9FE43D5-78B7-1E4A-A4D4-4E93C4F2AA85}" sibTransId="{06A157C0-1AA2-914A-ACF1-53970881EE9B}"/>
    <dgm:cxn modelId="{977F97DF-CEF5-4B40-9BDE-0392DD47CDAF}" type="presOf" srcId="{A639A526-7FF9-B04F-8E43-59466C147F7D}" destId="{4DB8339B-6C22-9549-B3B4-BE5635FAD67E}" srcOrd="0" destOrd="1" presId="urn:microsoft.com/office/officeart/2005/8/layout/vList2"/>
    <dgm:cxn modelId="{814D5DF2-4E92-334E-B8E5-FD3EE2AE0B19}" srcId="{8184623F-D4A4-D24C-97CA-AF0127BDDA20}" destId="{3FE5420D-3424-FA42-BBA4-315F37BC1AA5}" srcOrd="1" destOrd="0" parTransId="{37FB7BDD-D4CF-E245-A7D6-C69333708F56}" sibTransId="{3C60B772-B871-E041-B766-B18816A8F06A}"/>
    <dgm:cxn modelId="{B10921FC-5E95-C544-98F2-D07772DC69DA}" type="presOf" srcId="{FA91DACC-B1DB-3C4B-8411-03EAE628E673}" destId="{83D97647-4EC5-1443-8644-646D17ACB953}" srcOrd="0" destOrd="1" presId="urn:microsoft.com/office/officeart/2005/8/layout/vList2"/>
    <dgm:cxn modelId="{979C97FD-31C2-2B46-83FD-2DB84B5C0AF2}" srcId="{555ECC2A-158B-AD40-A637-233D991BF53C}" destId="{0A401591-2462-0341-9B8F-1CFA7D9CE972}" srcOrd="0" destOrd="0" parTransId="{E4B340BA-B9DA-9541-ADE5-4668D79EE2C3}" sibTransId="{0A828AD3-6CC3-8B4B-9106-DB24B8638D5E}"/>
    <dgm:cxn modelId="{E4DF0AFE-4AB0-3143-ADEB-5EED4520B98C}" type="presOf" srcId="{5ABB319C-19E7-9F40-8D6C-C6E7B4B4FB07}" destId="{069083B9-A0CD-0241-9C26-BEA0696CE996}" srcOrd="0" destOrd="0" presId="urn:microsoft.com/office/officeart/2005/8/layout/vList2"/>
    <dgm:cxn modelId="{6FA7F37E-CE0A-6D44-8E26-8652F5F15B2F}" type="presParOf" srcId="{069083B9-A0CD-0241-9C26-BEA0696CE996}" destId="{105BD84C-D465-3B4D-8067-F324C3C504B7}" srcOrd="0" destOrd="0" presId="urn:microsoft.com/office/officeart/2005/8/layout/vList2"/>
    <dgm:cxn modelId="{911524CC-1A38-614C-84DE-307DF470139E}" type="presParOf" srcId="{069083B9-A0CD-0241-9C26-BEA0696CE996}" destId="{4DB8339B-6C22-9549-B3B4-BE5635FAD67E}" srcOrd="1" destOrd="0" presId="urn:microsoft.com/office/officeart/2005/8/layout/vList2"/>
    <dgm:cxn modelId="{EA9FB8A1-EFE9-824D-B021-4274B6213729}" type="presParOf" srcId="{069083B9-A0CD-0241-9C26-BEA0696CE996}" destId="{14EA7013-1289-2240-AE2E-E62F9F5713AD}" srcOrd="2" destOrd="0" presId="urn:microsoft.com/office/officeart/2005/8/layout/vList2"/>
    <dgm:cxn modelId="{DE57F3BA-04C7-7343-84B5-F414C83E7C80}" type="presParOf" srcId="{069083B9-A0CD-0241-9C26-BEA0696CE996}" destId="{514EC3EA-F08E-3744-B3ED-176DD006FFB7}" srcOrd="3" destOrd="0" presId="urn:microsoft.com/office/officeart/2005/8/layout/vList2"/>
    <dgm:cxn modelId="{C12E942F-6E11-AC44-9D38-24F1E76AFD14}" type="presParOf" srcId="{069083B9-A0CD-0241-9C26-BEA0696CE996}" destId="{8CD573B1-3D85-E947-93CF-A23730B27274}" srcOrd="4" destOrd="0" presId="urn:microsoft.com/office/officeart/2005/8/layout/vList2"/>
    <dgm:cxn modelId="{919D77C5-DB23-8B49-B438-79E8864C687C}" type="presParOf" srcId="{069083B9-A0CD-0241-9C26-BEA0696CE996}" destId="{83D97647-4EC5-1443-8644-646D17ACB953}" srcOrd="5"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AFE862E5-A8EA-2446-9428-B289D09D3E80}"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711B7653-CB45-EA49-B363-9AC7D973CEC5}">
      <dgm:prSet phldrT="[Text]"/>
      <dgm:spPr/>
      <dgm:t>
        <a:bodyPr/>
        <a:lstStyle/>
        <a:p>
          <a:r>
            <a:rPr lang="en-US" dirty="0"/>
            <a:t>Write clear, readable code</a:t>
          </a:r>
        </a:p>
      </dgm:t>
    </dgm:pt>
    <dgm:pt modelId="{B89B93C3-2622-8949-9F7A-B1EF7A4AD33C}" type="parTrans" cxnId="{A9376792-9BA0-264F-A708-74C181F7FF97}">
      <dgm:prSet/>
      <dgm:spPr/>
      <dgm:t>
        <a:bodyPr/>
        <a:lstStyle/>
        <a:p>
          <a:endParaRPr lang="en-US"/>
        </a:p>
      </dgm:t>
    </dgm:pt>
    <dgm:pt modelId="{AE29151C-46B3-EC4A-B284-4265AD3E86E2}" type="sibTrans" cxnId="{A9376792-9BA0-264F-A708-74C181F7FF97}">
      <dgm:prSet/>
      <dgm:spPr/>
      <dgm:t>
        <a:bodyPr/>
        <a:lstStyle/>
        <a:p>
          <a:endParaRPr lang="en-US"/>
        </a:p>
      </dgm:t>
    </dgm:pt>
    <dgm:pt modelId="{F020F280-C8D8-D041-A3C1-A82335EC7415}">
      <dgm:prSet phldrT="[Text]"/>
      <dgm:spPr/>
      <dgm:t>
        <a:bodyPr/>
        <a:lstStyle/>
        <a:p>
          <a:r>
            <a:rPr lang="en-US"/>
            <a:t>Use meaningful names for your variables and keep a simple structure.</a:t>
          </a:r>
        </a:p>
      </dgm:t>
    </dgm:pt>
    <dgm:pt modelId="{D0815540-9FDC-BD40-BB1B-1F40C7973542}" type="parTrans" cxnId="{697A0AEC-32AA-8641-A595-E2B3FF41930A}">
      <dgm:prSet/>
      <dgm:spPr/>
      <dgm:t>
        <a:bodyPr/>
        <a:lstStyle/>
        <a:p>
          <a:endParaRPr lang="en-US"/>
        </a:p>
      </dgm:t>
    </dgm:pt>
    <dgm:pt modelId="{3A8AA560-E862-1244-A032-7F765AB14151}" type="sibTrans" cxnId="{697A0AEC-32AA-8641-A595-E2B3FF41930A}">
      <dgm:prSet/>
      <dgm:spPr/>
      <dgm:t>
        <a:bodyPr/>
        <a:lstStyle/>
        <a:p>
          <a:endParaRPr lang="en-US"/>
        </a:p>
      </dgm:t>
    </dgm:pt>
    <dgm:pt modelId="{FFE4F0AE-0CD1-7243-BB85-AE1312EF374D}">
      <dgm:prSet phldrT="[Text]"/>
      <dgm:spPr/>
      <dgm:t>
        <a:bodyPr/>
        <a:lstStyle/>
        <a:p>
          <a:r>
            <a:rPr lang="en-US"/>
            <a:t>Keep changes small and focused.</a:t>
          </a:r>
        </a:p>
      </dgm:t>
    </dgm:pt>
    <dgm:pt modelId="{722BA32E-C2A7-5344-9790-55D7CCFA1313}" type="parTrans" cxnId="{6ABD8264-8833-9A4B-A9C2-264801A69A2A}">
      <dgm:prSet/>
      <dgm:spPr/>
      <dgm:t>
        <a:bodyPr/>
        <a:lstStyle/>
        <a:p>
          <a:endParaRPr lang="en-US"/>
        </a:p>
      </dgm:t>
    </dgm:pt>
    <dgm:pt modelId="{6B576919-6CDB-BF4C-9837-00BB2783AA10}" type="sibTrans" cxnId="{6ABD8264-8833-9A4B-A9C2-264801A69A2A}">
      <dgm:prSet/>
      <dgm:spPr/>
      <dgm:t>
        <a:bodyPr/>
        <a:lstStyle/>
        <a:p>
          <a:endParaRPr lang="en-US"/>
        </a:p>
      </dgm:t>
    </dgm:pt>
    <dgm:pt modelId="{19D1B66F-B98A-3A44-BB4B-BD6D6C78427F}">
      <dgm:prSet phldrT="[Text]"/>
      <dgm:spPr/>
      <dgm:t>
        <a:bodyPr/>
        <a:lstStyle/>
        <a:p>
          <a:r>
            <a:rPr lang="en-US"/>
            <a:t>One feature or fix per commit.</a:t>
          </a:r>
        </a:p>
      </dgm:t>
    </dgm:pt>
    <dgm:pt modelId="{D5AB62CC-CD34-6741-A89E-ED44CAD44A2C}" type="parTrans" cxnId="{3156FA88-42AE-F445-B9D1-CCDD72B8EBCB}">
      <dgm:prSet/>
      <dgm:spPr/>
      <dgm:t>
        <a:bodyPr/>
        <a:lstStyle/>
        <a:p>
          <a:endParaRPr lang="en-US"/>
        </a:p>
      </dgm:t>
    </dgm:pt>
    <dgm:pt modelId="{859413E0-54D4-304E-99D1-CB4F83E26A12}" type="sibTrans" cxnId="{3156FA88-42AE-F445-B9D1-CCDD72B8EBCB}">
      <dgm:prSet/>
      <dgm:spPr/>
      <dgm:t>
        <a:bodyPr/>
        <a:lstStyle/>
        <a:p>
          <a:endParaRPr lang="en-US"/>
        </a:p>
      </dgm:t>
    </dgm:pt>
    <dgm:pt modelId="{95A87C33-A737-264C-B357-893CAAA0B1CE}">
      <dgm:prSet/>
      <dgm:spPr/>
      <dgm:t>
        <a:bodyPr/>
        <a:lstStyle/>
        <a:p>
          <a:r>
            <a:rPr lang="en-US"/>
            <a:t>Document your work</a:t>
          </a:r>
        </a:p>
      </dgm:t>
    </dgm:pt>
    <dgm:pt modelId="{DAC6FF89-7F1B-B449-9FC6-008407D2CFA3}" type="sibTrans" cxnId="{651945A2-32E7-2641-A844-93D3BEA3304E}">
      <dgm:prSet/>
      <dgm:spPr/>
      <dgm:t>
        <a:bodyPr/>
        <a:lstStyle/>
        <a:p>
          <a:endParaRPr lang="en-US"/>
        </a:p>
      </dgm:t>
    </dgm:pt>
    <dgm:pt modelId="{8C371CBD-85E3-2C49-84FC-FBC066908057}" type="parTrans" cxnId="{651945A2-32E7-2641-A844-93D3BEA3304E}">
      <dgm:prSet/>
      <dgm:spPr/>
      <dgm:t>
        <a:bodyPr/>
        <a:lstStyle/>
        <a:p>
          <a:endParaRPr lang="en-US"/>
        </a:p>
      </dgm:t>
    </dgm:pt>
    <dgm:pt modelId="{85F03B8A-7C04-9E42-B895-F9F85547B3E9}">
      <dgm:prSet/>
      <dgm:spPr/>
      <dgm:t>
        <a:bodyPr/>
        <a:lstStyle/>
        <a:p>
          <a:r>
            <a:rPr lang="en-US"/>
            <a:t>Explain what your code does and why.</a:t>
          </a:r>
        </a:p>
      </dgm:t>
    </dgm:pt>
    <dgm:pt modelId="{45D79DB7-14C0-904C-91C2-A825C9D4F0A5}" type="parTrans" cxnId="{22FA37BD-13C2-E04E-9740-5111CF905F4D}">
      <dgm:prSet/>
      <dgm:spPr/>
      <dgm:t>
        <a:bodyPr/>
        <a:lstStyle/>
        <a:p>
          <a:endParaRPr lang="en-US"/>
        </a:p>
      </dgm:t>
    </dgm:pt>
    <dgm:pt modelId="{FBD8C33F-7A83-6F47-94EF-A98C10B87B21}" type="sibTrans" cxnId="{22FA37BD-13C2-E04E-9740-5111CF905F4D}">
      <dgm:prSet/>
      <dgm:spPr/>
      <dgm:t>
        <a:bodyPr/>
        <a:lstStyle/>
        <a:p>
          <a:endParaRPr lang="en-US"/>
        </a:p>
      </dgm:t>
    </dgm:pt>
    <dgm:pt modelId="{32662E61-CE46-EB43-BB17-5F5D2E418CB1}">
      <dgm:prSet/>
      <dgm:spPr/>
      <dgm:t>
        <a:bodyPr/>
        <a:lstStyle/>
        <a:p>
          <a:r>
            <a:rPr lang="en-US"/>
            <a:t>Test your code</a:t>
          </a:r>
        </a:p>
      </dgm:t>
    </dgm:pt>
    <dgm:pt modelId="{82FB856C-8F0C-B144-B737-825BAE34C498}" type="parTrans" cxnId="{A195FD26-4B49-B34E-B194-F0E89CDC74E0}">
      <dgm:prSet/>
      <dgm:spPr/>
      <dgm:t>
        <a:bodyPr/>
        <a:lstStyle/>
        <a:p>
          <a:endParaRPr lang="en-US"/>
        </a:p>
      </dgm:t>
    </dgm:pt>
    <dgm:pt modelId="{44C60455-7081-6E40-AD96-49820E7C456B}" type="sibTrans" cxnId="{A195FD26-4B49-B34E-B194-F0E89CDC74E0}">
      <dgm:prSet/>
      <dgm:spPr/>
      <dgm:t>
        <a:bodyPr/>
        <a:lstStyle/>
        <a:p>
          <a:endParaRPr lang="en-US"/>
        </a:p>
      </dgm:t>
    </dgm:pt>
    <dgm:pt modelId="{5C8C1999-183F-0242-89B1-FCC1FF33F55C}">
      <dgm:prSet/>
      <dgm:spPr/>
      <dgm:t>
        <a:bodyPr/>
        <a:lstStyle/>
        <a:p>
          <a:r>
            <a:rPr lang="en-US"/>
            <a:t>Verify (and, if possible, benchmark) your results and avoid breaking existing functionality.</a:t>
          </a:r>
        </a:p>
      </dgm:t>
    </dgm:pt>
    <dgm:pt modelId="{0F33662A-1DAA-CA45-B8BE-7B69474B9DCC}" type="parTrans" cxnId="{572EAFA6-6B80-F741-9194-485C2F749577}">
      <dgm:prSet/>
      <dgm:spPr/>
      <dgm:t>
        <a:bodyPr/>
        <a:lstStyle/>
        <a:p>
          <a:endParaRPr lang="en-US"/>
        </a:p>
      </dgm:t>
    </dgm:pt>
    <dgm:pt modelId="{94773F9B-E88A-2A48-867F-AA253451A3C4}" type="sibTrans" cxnId="{572EAFA6-6B80-F741-9194-485C2F749577}">
      <dgm:prSet/>
      <dgm:spPr/>
      <dgm:t>
        <a:bodyPr/>
        <a:lstStyle/>
        <a:p>
          <a:endParaRPr lang="en-US"/>
        </a:p>
      </dgm:t>
    </dgm:pt>
    <dgm:pt modelId="{826B590B-4F35-C149-89D6-147E771ABE3E}">
      <dgm:prSet/>
      <dgm:spPr/>
      <dgm:t>
        <a:bodyPr/>
        <a:lstStyle/>
        <a:p>
          <a:r>
            <a:rPr lang="en-US"/>
            <a:t>Use version control (Git)</a:t>
          </a:r>
        </a:p>
      </dgm:t>
    </dgm:pt>
    <dgm:pt modelId="{4EDF59F0-5392-5D4A-9757-F4CD31520E8F}" type="parTrans" cxnId="{A209E25D-80DB-BA43-9951-03CE678BC9CB}">
      <dgm:prSet/>
      <dgm:spPr/>
      <dgm:t>
        <a:bodyPr/>
        <a:lstStyle/>
        <a:p>
          <a:endParaRPr lang="en-US"/>
        </a:p>
      </dgm:t>
    </dgm:pt>
    <dgm:pt modelId="{7A03614C-6242-4C48-9AC5-4641B6480D1C}" type="sibTrans" cxnId="{A209E25D-80DB-BA43-9951-03CE678BC9CB}">
      <dgm:prSet/>
      <dgm:spPr/>
      <dgm:t>
        <a:bodyPr/>
        <a:lstStyle/>
        <a:p>
          <a:endParaRPr lang="en-US"/>
        </a:p>
      </dgm:t>
    </dgm:pt>
    <dgm:pt modelId="{6B5875EA-91E5-8B48-8F13-CC87B0EA8645}">
      <dgm:prSet/>
      <dgm:spPr/>
      <dgm:t>
        <a:bodyPr/>
        <a:lstStyle/>
        <a:p>
          <a:r>
            <a:rPr lang="en-US"/>
            <a:t>Track changes and work safely with others.</a:t>
          </a:r>
        </a:p>
      </dgm:t>
    </dgm:pt>
    <dgm:pt modelId="{99339421-9223-3249-862B-ED42814676DE}" type="parTrans" cxnId="{3AEAC9BD-526C-C749-A54E-49F628D7BF92}">
      <dgm:prSet/>
      <dgm:spPr/>
      <dgm:t>
        <a:bodyPr/>
        <a:lstStyle/>
        <a:p>
          <a:endParaRPr lang="en-US"/>
        </a:p>
      </dgm:t>
    </dgm:pt>
    <dgm:pt modelId="{B552A609-ACEC-4F46-9755-B2AC8FA0F648}" type="sibTrans" cxnId="{3AEAC9BD-526C-C749-A54E-49F628D7BF92}">
      <dgm:prSet/>
      <dgm:spPr/>
      <dgm:t>
        <a:bodyPr/>
        <a:lstStyle/>
        <a:p>
          <a:endParaRPr lang="en-US"/>
        </a:p>
      </dgm:t>
    </dgm:pt>
    <dgm:pt modelId="{FFB3DAC3-A387-0B4B-8A84-B5EEF936CB08}">
      <dgm:prSet/>
      <dgm:spPr/>
      <dgm:t>
        <a:bodyPr/>
        <a:lstStyle/>
        <a:p>
          <a:r>
            <a:rPr lang="en-US"/>
            <a:t>Reuse, don't duplicate</a:t>
          </a:r>
        </a:p>
      </dgm:t>
    </dgm:pt>
    <dgm:pt modelId="{DC2D4653-4DC8-0D47-AE96-AF77261C91F3}" type="parTrans" cxnId="{07FB4F8F-338A-0147-AE09-F0912990F126}">
      <dgm:prSet/>
      <dgm:spPr/>
      <dgm:t>
        <a:bodyPr/>
        <a:lstStyle/>
        <a:p>
          <a:endParaRPr lang="en-US"/>
        </a:p>
      </dgm:t>
    </dgm:pt>
    <dgm:pt modelId="{AC6D3BE2-5134-CF46-86B8-5DAAEA44B524}" type="sibTrans" cxnId="{07FB4F8F-338A-0147-AE09-F0912990F126}">
      <dgm:prSet/>
      <dgm:spPr/>
      <dgm:t>
        <a:bodyPr/>
        <a:lstStyle/>
        <a:p>
          <a:endParaRPr lang="en-US"/>
        </a:p>
      </dgm:t>
    </dgm:pt>
    <dgm:pt modelId="{D0567E13-0E2F-984E-8497-F89EC0E8BFEC}">
      <dgm:prSet/>
      <dgm:spPr/>
      <dgm:t>
        <a:bodyPr/>
        <a:lstStyle/>
        <a:p>
          <a:r>
            <a:rPr lang="en-US"/>
            <a:t>Build on existing code instead of rewriting (unless you have a very good reason to do so).</a:t>
          </a:r>
        </a:p>
      </dgm:t>
    </dgm:pt>
    <dgm:pt modelId="{DE5DCAC9-42DB-E544-92FF-FEA3C9AABDB2}" type="parTrans" cxnId="{D795B515-8ADE-6F4F-881A-F700D4A7394A}">
      <dgm:prSet/>
      <dgm:spPr/>
      <dgm:t>
        <a:bodyPr/>
        <a:lstStyle/>
        <a:p>
          <a:endParaRPr lang="en-US"/>
        </a:p>
      </dgm:t>
    </dgm:pt>
    <dgm:pt modelId="{B0EF2F25-B186-CC4F-BE48-08D9BB3646C5}" type="sibTrans" cxnId="{D795B515-8ADE-6F4F-881A-F700D4A7394A}">
      <dgm:prSet/>
      <dgm:spPr/>
      <dgm:t>
        <a:bodyPr/>
        <a:lstStyle/>
        <a:p>
          <a:endParaRPr lang="en-US"/>
        </a:p>
      </dgm:t>
    </dgm:pt>
    <dgm:pt modelId="{F7896C80-E204-3B4E-B82C-D34CCBB090AE}" type="pres">
      <dgm:prSet presAssocID="{AFE862E5-A8EA-2446-9428-B289D09D3E80}" presName="linear" presStyleCnt="0">
        <dgm:presLayoutVars>
          <dgm:dir/>
          <dgm:animLvl val="lvl"/>
          <dgm:resizeHandles val="exact"/>
        </dgm:presLayoutVars>
      </dgm:prSet>
      <dgm:spPr/>
    </dgm:pt>
    <dgm:pt modelId="{0F2C4694-500B-024C-ABCE-6DCD50437E44}" type="pres">
      <dgm:prSet presAssocID="{711B7653-CB45-EA49-B363-9AC7D973CEC5}" presName="parentLin" presStyleCnt="0"/>
      <dgm:spPr/>
    </dgm:pt>
    <dgm:pt modelId="{CB5342F9-6C4F-CD49-BEE3-37D393F21AF4}" type="pres">
      <dgm:prSet presAssocID="{711B7653-CB45-EA49-B363-9AC7D973CEC5}" presName="parentLeftMargin" presStyleLbl="node1" presStyleIdx="0" presStyleCnt="6"/>
      <dgm:spPr/>
    </dgm:pt>
    <dgm:pt modelId="{F76BFFF8-B468-234D-BF41-F4024B35354E}" type="pres">
      <dgm:prSet presAssocID="{711B7653-CB45-EA49-B363-9AC7D973CEC5}" presName="parentText" presStyleLbl="node1" presStyleIdx="0" presStyleCnt="6">
        <dgm:presLayoutVars>
          <dgm:chMax val="0"/>
          <dgm:bulletEnabled val="1"/>
        </dgm:presLayoutVars>
      </dgm:prSet>
      <dgm:spPr/>
    </dgm:pt>
    <dgm:pt modelId="{8471F014-8E21-B84C-939C-173D2CA77D80}" type="pres">
      <dgm:prSet presAssocID="{711B7653-CB45-EA49-B363-9AC7D973CEC5}" presName="negativeSpace" presStyleCnt="0"/>
      <dgm:spPr/>
    </dgm:pt>
    <dgm:pt modelId="{1FD9E992-D7DE-C746-B975-A63C994C13FF}" type="pres">
      <dgm:prSet presAssocID="{711B7653-CB45-EA49-B363-9AC7D973CEC5}" presName="childText" presStyleLbl="conFgAcc1" presStyleIdx="0" presStyleCnt="6">
        <dgm:presLayoutVars>
          <dgm:bulletEnabled val="1"/>
        </dgm:presLayoutVars>
      </dgm:prSet>
      <dgm:spPr/>
    </dgm:pt>
    <dgm:pt modelId="{CAF6D517-487F-B643-B151-214BBBA2C999}" type="pres">
      <dgm:prSet presAssocID="{AE29151C-46B3-EC4A-B284-4265AD3E86E2}" presName="spaceBetweenRectangles" presStyleCnt="0"/>
      <dgm:spPr/>
    </dgm:pt>
    <dgm:pt modelId="{12FBF52D-A08F-5F4D-8CE7-B00C5E21B1B8}" type="pres">
      <dgm:prSet presAssocID="{FFE4F0AE-0CD1-7243-BB85-AE1312EF374D}" presName="parentLin" presStyleCnt="0"/>
      <dgm:spPr/>
    </dgm:pt>
    <dgm:pt modelId="{D622BB12-2C18-E542-91D6-42234518B1E9}" type="pres">
      <dgm:prSet presAssocID="{FFE4F0AE-0CD1-7243-BB85-AE1312EF374D}" presName="parentLeftMargin" presStyleLbl="node1" presStyleIdx="0" presStyleCnt="6"/>
      <dgm:spPr/>
    </dgm:pt>
    <dgm:pt modelId="{9BC70C08-8543-5F4D-BB14-EC1970A8EA5A}" type="pres">
      <dgm:prSet presAssocID="{FFE4F0AE-0CD1-7243-BB85-AE1312EF374D}" presName="parentText" presStyleLbl="node1" presStyleIdx="1" presStyleCnt="6">
        <dgm:presLayoutVars>
          <dgm:chMax val="0"/>
          <dgm:bulletEnabled val="1"/>
        </dgm:presLayoutVars>
      </dgm:prSet>
      <dgm:spPr/>
    </dgm:pt>
    <dgm:pt modelId="{21C0F8FE-A1D7-3248-83C0-24FB5B3EF5D1}" type="pres">
      <dgm:prSet presAssocID="{FFE4F0AE-0CD1-7243-BB85-AE1312EF374D}" presName="negativeSpace" presStyleCnt="0"/>
      <dgm:spPr/>
    </dgm:pt>
    <dgm:pt modelId="{EE7BE085-3B9C-1943-B870-1A3D957EEF54}" type="pres">
      <dgm:prSet presAssocID="{FFE4F0AE-0CD1-7243-BB85-AE1312EF374D}" presName="childText" presStyleLbl="conFgAcc1" presStyleIdx="1" presStyleCnt="6">
        <dgm:presLayoutVars>
          <dgm:bulletEnabled val="1"/>
        </dgm:presLayoutVars>
      </dgm:prSet>
      <dgm:spPr/>
    </dgm:pt>
    <dgm:pt modelId="{26A6433F-7FE2-7740-9C34-958B509904C1}" type="pres">
      <dgm:prSet presAssocID="{6B576919-6CDB-BF4C-9837-00BB2783AA10}" presName="spaceBetweenRectangles" presStyleCnt="0"/>
      <dgm:spPr/>
    </dgm:pt>
    <dgm:pt modelId="{A7DA166F-54FA-784C-889D-D8FCAC701E60}" type="pres">
      <dgm:prSet presAssocID="{95A87C33-A737-264C-B357-893CAAA0B1CE}" presName="parentLin" presStyleCnt="0"/>
      <dgm:spPr/>
    </dgm:pt>
    <dgm:pt modelId="{5219A99B-9B29-8C4A-9731-9B3822F7BE55}" type="pres">
      <dgm:prSet presAssocID="{95A87C33-A737-264C-B357-893CAAA0B1CE}" presName="parentLeftMargin" presStyleLbl="node1" presStyleIdx="1" presStyleCnt="6"/>
      <dgm:spPr/>
    </dgm:pt>
    <dgm:pt modelId="{95C48325-DC9C-644A-8424-12DB0973E816}" type="pres">
      <dgm:prSet presAssocID="{95A87C33-A737-264C-B357-893CAAA0B1CE}" presName="parentText" presStyleLbl="node1" presStyleIdx="2" presStyleCnt="6">
        <dgm:presLayoutVars>
          <dgm:chMax val="0"/>
          <dgm:bulletEnabled val="1"/>
        </dgm:presLayoutVars>
      </dgm:prSet>
      <dgm:spPr/>
    </dgm:pt>
    <dgm:pt modelId="{86D0A317-4FC6-CB49-94C7-6D0117F74A75}" type="pres">
      <dgm:prSet presAssocID="{95A87C33-A737-264C-B357-893CAAA0B1CE}" presName="negativeSpace" presStyleCnt="0"/>
      <dgm:spPr/>
    </dgm:pt>
    <dgm:pt modelId="{DFAE381D-2C81-1948-8A07-8065ACA96347}" type="pres">
      <dgm:prSet presAssocID="{95A87C33-A737-264C-B357-893CAAA0B1CE}" presName="childText" presStyleLbl="conFgAcc1" presStyleIdx="2" presStyleCnt="6">
        <dgm:presLayoutVars>
          <dgm:bulletEnabled val="1"/>
        </dgm:presLayoutVars>
      </dgm:prSet>
      <dgm:spPr/>
    </dgm:pt>
    <dgm:pt modelId="{BEFA7FAC-979E-4043-A0C5-28F7DA53C5ED}" type="pres">
      <dgm:prSet presAssocID="{DAC6FF89-7F1B-B449-9FC6-008407D2CFA3}" presName="spaceBetweenRectangles" presStyleCnt="0"/>
      <dgm:spPr/>
    </dgm:pt>
    <dgm:pt modelId="{4D54E4ED-1D8A-FC44-9368-7C745FAB358E}" type="pres">
      <dgm:prSet presAssocID="{32662E61-CE46-EB43-BB17-5F5D2E418CB1}" presName="parentLin" presStyleCnt="0"/>
      <dgm:spPr/>
    </dgm:pt>
    <dgm:pt modelId="{5F6E9502-F75D-874B-A5D0-2A78EB206AFB}" type="pres">
      <dgm:prSet presAssocID="{32662E61-CE46-EB43-BB17-5F5D2E418CB1}" presName="parentLeftMargin" presStyleLbl="node1" presStyleIdx="2" presStyleCnt="6"/>
      <dgm:spPr/>
    </dgm:pt>
    <dgm:pt modelId="{4B9640E5-79FB-4844-AA32-A3BBFE6BD4BE}" type="pres">
      <dgm:prSet presAssocID="{32662E61-CE46-EB43-BB17-5F5D2E418CB1}" presName="parentText" presStyleLbl="node1" presStyleIdx="3" presStyleCnt="6">
        <dgm:presLayoutVars>
          <dgm:chMax val="0"/>
          <dgm:bulletEnabled val="1"/>
        </dgm:presLayoutVars>
      </dgm:prSet>
      <dgm:spPr/>
    </dgm:pt>
    <dgm:pt modelId="{0C1A253D-B8E3-8846-B70D-B064EB3B016B}" type="pres">
      <dgm:prSet presAssocID="{32662E61-CE46-EB43-BB17-5F5D2E418CB1}" presName="negativeSpace" presStyleCnt="0"/>
      <dgm:spPr/>
    </dgm:pt>
    <dgm:pt modelId="{E1AE3736-F57C-844D-A0EB-AB67E7CD1BF1}" type="pres">
      <dgm:prSet presAssocID="{32662E61-CE46-EB43-BB17-5F5D2E418CB1}" presName="childText" presStyleLbl="conFgAcc1" presStyleIdx="3" presStyleCnt="6">
        <dgm:presLayoutVars>
          <dgm:bulletEnabled val="1"/>
        </dgm:presLayoutVars>
      </dgm:prSet>
      <dgm:spPr/>
    </dgm:pt>
    <dgm:pt modelId="{86858206-AB81-8140-B572-8A113579503C}" type="pres">
      <dgm:prSet presAssocID="{44C60455-7081-6E40-AD96-49820E7C456B}" presName="spaceBetweenRectangles" presStyleCnt="0"/>
      <dgm:spPr/>
    </dgm:pt>
    <dgm:pt modelId="{24A50046-CA27-EB4B-94DC-FEE487F9A5D7}" type="pres">
      <dgm:prSet presAssocID="{826B590B-4F35-C149-89D6-147E771ABE3E}" presName="parentLin" presStyleCnt="0"/>
      <dgm:spPr/>
    </dgm:pt>
    <dgm:pt modelId="{9DEFA543-4B55-5545-AFC1-29B948505CDD}" type="pres">
      <dgm:prSet presAssocID="{826B590B-4F35-C149-89D6-147E771ABE3E}" presName="parentLeftMargin" presStyleLbl="node1" presStyleIdx="3" presStyleCnt="6"/>
      <dgm:spPr/>
    </dgm:pt>
    <dgm:pt modelId="{5438DEAF-05DC-2C44-9747-BA968E21B636}" type="pres">
      <dgm:prSet presAssocID="{826B590B-4F35-C149-89D6-147E771ABE3E}" presName="parentText" presStyleLbl="node1" presStyleIdx="4" presStyleCnt="6">
        <dgm:presLayoutVars>
          <dgm:chMax val="0"/>
          <dgm:bulletEnabled val="1"/>
        </dgm:presLayoutVars>
      </dgm:prSet>
      <dgm:spPr/>
    </dgm:pt>
    <dgm:pt modelId="{46709659-F705-A94B-A14E-77A0BA84AC7C}" type="pres">
      <dgm:prSet presAssocID="{826B590B-4F35-C149-89D6-147E771ABE3E}" presName="negativeSpace" presStyleCnt="0"/>
      <dgm:spPr/>
    </dgm:pt>
    <dgm:pt modelId="{2422257B-C9A5-5149-BC8D-B60932DD0EDE}" type="pres">
      <dgm:prSet presAssocID="{826B590B-4F35-C149-89D6-147E771ABE3E}" presName="childText" presStyleLbl="conFgAcc1" presStyleIdx="4" presStyleCnt="6">
        <dgm:presLayoutVars>
          <dgm:bulletEnabled val="1"/>
        </dgm:presLayoutVars>
      </dgm:prSet>
      <dgm:spPr/>
    </dgm:pt>
    <dgm:pt modelId="{F51C7443-85C3-E24A-ACC4-7CAAC93D8E9A}" type="pres">
      <dgm:prSet presAssocID="{7A03614C-6242-4C48-9AC5-4641B6480D1C}" presName="spaceBetweenRectangles" presStyleCnt="0"/>
      <dgm:spPr/>
    </dgm:pt>
    <dgm:pt modelId="{4815E7D3-5F19-1348-8A99-83689B122AF3}" type="pres">
      <dgm:prSet presAssocID="{FFB3DAC3-A387-0B4B-8A84-B5EEF936CB08}" presName="parentLin" presStyleCnt="0"/>
      <dgm:spPr/>
    </dgm:pt>
    <dgm:pt modelId="{ADF10A38-65C4-EF4D-8946-87F2A99C99A5}" type="pres">
      <dgm:prSet presAssocID="{FFB3DAC3-A387-0B4B-8A84-B5EEF936CB08}" presName="parentLeftMargin" presStyleLbl="node1" presStyleIdx="4" presStyleCnt="6"/>
      <dgm:spPr/>
    </dgm:pt>
    <dgm:pt modelId="{68C7D4D9-C02D-2148-9E5A-5A7C7A99AC62}" type="pres">
      <dgm:prSet presAssocID="{FFB3DAC3-A387-0B4B-8A84-B5EEF936CB08}" presName="parentText" presStyleLbl="node1" presStyleIdx="5" presStyleCnt="6">
        <dgm:presLayoutVars>
          <dgm:chMax val="0"/>
          <dgm:bulletEnabled val="1"/>
        </dgm:presLayoutVars>
      </dgm:prSet>
      <dgm:spPr/>
    </dgm:pt>
    <dgm:pt modelId="{18B82C75-E43C-4844-8B48-503EE7552A6E}" type="pres">
      <dgm:prSet presAssocID="{FFB3DAC3-A387-0B4B-8A84-B5EEF936CB08}" presName="negativeSpace" presStyleCnt="0"/>
      <dgm:spPr/>
    </dgm:pt>
    <dgm:pt modelId="{C3B80474-9875-914B-83F8-56C17537AC8A}" type="pres">
      <dgm:prSet presAssocID="{FFB3DAC3-A387-0B4B-8A84-B5EEF936CB08}" presName="childText" presStyleLbl="conFgAcc1" presStyleIdx="5" presStyleCnt="6">
        <dgm:presLayoutVars>
          <dgm:bulletEnabled val="1"/>
        </dgm:presLayoutVars>
      </dgm:prSet>
      <dgm:spPr/>
    </dgm:pt>
  </dgm:ptLst>
  <dgm:cxnLst>
    <dgm:cxn modelId="{5601A40F-A3F9-5146-BB38-AD043D22F358}" type="presOf" srcId="{95A87C33-A737-264C-B357-893CAAA0B1CE}" destId="{5219A99B-9B29-8C4A-9731-9B3822F7BE55}" srcOrd="0" destOrd="0" presId="urn:microsoft.com/office/officeart/2005/8/layout/list1"/>
    <dgm:cxn modelId="{D795B515-8ADE-6F4F-881A-F700D4A7394A}" srcId="{FFB3DAC3-A387-0B4B-8A84-B5EEF936CB08}" destId="{D0567E13-0E2F-984E-8497-F89EC0E8BFEC}" srcOrd="0" destOrd="0" parTransId="{DE5DCAC9-42DB-E544-92FF-FEA3C9AABDB2}" sibTransId="{B0EF2F25-B186-CC4F-BE48-08D9BB3646C5}"/>
    <dgm:cxn modelId="{A195FD26-4B49-B34E-B194-F0E89CDC74E0}" srcId="{AFE862E5-A8EA-2446-9428-B289D09D3E80}" destId="{32662E61-CE46-EB43-BB17-5F5D2E418CB1}" srcOrd="3" destOrd="0" parTransId="{82FB856C-8F0C-B144-B737-825BAE34C498}" sibTransId="{44C60455-7081-6E40-AD96-49820E7C456B}"/>
    <dgm:cxn modelId="{7BDF3234-5703-6C4F-9B3E-BE2FB18BA0D1}" type="presOf" srcId="{D0567E13-0E2F-984E-8497-F89EC0E8BFEC}" destId="{C3B80474-9875-914B-83F8-56C17537AC8A}" srcOrd="0" destOrd="0" presId="urn:microsoft.com/office/officeart/2005/8/layout/list1"/>
    <dgm:cxn modelId="{E18AF53A-85CC-C34A-9126-B0AAC859D7D6}" type="presOf" srcId="{711B7653-CB45-EA49-B363-9AC7D973CEC5}" destId="{CB5342F9-6C4F-CD49-BEE3-37D393F21AF4}" srcOrd="0" destOrd="0" presId="urn:microsoft.com/office/officeart/2005/8/layout/list1"/>
    <dgm:cxn modelId="{6DFF2741-CE98-E145-A77A-A821324FCC5B}" type="presOf" srcId="{FFB3DAC3-A387-0B4B-8A84-B5EEF936CB08}" destId="{68C7D4D9-C02D-2148-9E5A-5A7C7A99AC62}" srcOrd="1" destOrd="0" presId="urn:microsoft.com/office/officeart/2005/8/layout/list1"/>
    <dgm:cxn modelId="{E3C31146-465F-244F-92FC-BAFB41346DC3}" type="presOf" srcId="{826B590B-4F35-C149-89D6-147E771ABE3E}" destId="{9DEFA543-4B55-5545-AFC1-29B948505CDD}" srcOrd="0" destOrd="0" presId="urn:microsoft.com/office/officeart/2005/8/layout/list1"/>
    <dgm:cxn modelId="{2569BA4A-AECD-0741-84AF-519C265A8318}" type="presOf" srcId="{AFE862E5-A8EA-2446-9428-B289D09D3E80}" destId="{F7896C80-E204-3B4E-B82C-D34CCBB090AE}" srcOrd="0" destOrd="0" presId="urn:microsoft.com/office/officeart/2005/8/layout/list1"/>
    <dgm:cxn modelId="{7CC97758-55EC-F64F-AFF0-09D14AAECDDB}" type="presOf" srcId="{FFB3DAC3-A387-0B4B-8A84-B5EEF936CB08}" destId="{ADF10A38-65C4-EF4D-8946-87F2A99C99A5}" srcOrd="0" destOrd="0" presId="urn:microsoft.com/office/officeart/2005/8/layout/list1"/>
    <dgm:cxn modelId="{A209E25D-80DB-BA43-9951-03CE678BC9CB}" srcId="{AFE862E5-A8EA-2446-9428-B289D09D3E80}" destId="{826B590B-4F35-C149-89D6-147E771ABE3E}" srcOrd="4" destOrd="0" parTransId="{4EDF59F0-5392-5D4A-9757-F4CD31520E8F}" sibTransId="{7A03614C-6242-4C48-9AC5-4641B6480D1C}"/>
    <dgm:cxn modelId="{C8AE5C63-1B5A-BD4E-87B2-EFF56723AEF2}" type="presOf" srcId="{711B7653-CB45-EA49-B363-9AC7D973CEC5}" destId="{F76BFFF8-B468-234D-BF41-F4024B35354E}" srcOrd="1" destOrd="0" presId="urn:microsoft.com/office/officeart/2005/8/layout/list1"/>
    <dgm:cxn modelId="{6ABD8264-8833-9A4B-A9C2-264801A69A2A}" srcId="{AFE862E5-A8EA-2446-9428-B289D09D3E80}" destId="{FFE4F0AE-0CD1-7243-BB85-AE1312EF374D}" srcOrd="1" destOrd="0" parTransId="{722BA32E-C2A7-5344-9790-55D7CCFA1313}" sibTransId="{6B576919-6CDB-BF4C-9837-00BB2783AA10}"/>
    <dgm:cxn modelId="{BEFF8967-D000-EE40-AAC3-84D573B6A653}" type="presOf" srcId="{85F03B8A-7C04-9E42-B895-F9F85547B3E9}" destId="{DFAE381D-2C81-1948-8A07-8065ACA96347}" srcOrd="0" destOrd="0" presId="urn:microsoft.com/office/officeart/2005/8/layout/list1"/>
    <dgm:cxn modelId="{A5956968-DD56-764C-AE38-B69E030E22C0}" type="presOf" srcId="{19D1B66F-B98A-3A44-BB4B-BD6D6C78427F}" destId="{EE7BE085-3B9C-1943-B870-1A3D957EEF54}" srcOrd="0" destOrd="0" presId="urn:microsoft.com/office/officeart/2005/8/layout/list1"/>
    <dgm:cxn modelId="{41DDA171-4DBC-394B-BBFA-45B69786AF0C}" type="presOf" srcId="{FFE4F0AE-0CD1-7243-BB85-AE1312EF374D}" destId="{9BC70C08-8543-5F4D-BB14-EC1970A8EA5A}" srcOrd="1" destOrd="0" presId="urn:microsoft.com/office/officeart/2005/8/layout/list1"/>
    <dgm:cxn modelId="{1DC3EE83-64AA-884E-BFF9-8C7D41E82D28}" type="presOf" srcId="{FFE4F0AE-0CD1-7243-BB85-AE1312EF374D}" destId="{D622BB12-2C18-E542-91D6-42234518B1E9}" srcOrd="0" destOrd="0" presId="urn:microsoft.com/office/officeart/2005/8/layout/list1"/>
    <dgm:cxn modelId="{8A70FA87-5E69-3A4F-833A-42EE411B0EF0}" type="presOf" srcId="{32662E61-CE46-EB43-BB17-5F5D2E418CB1}" destId="{5F6E9502-F75D-874B-A5D0-2A78EB206AFB}" srcOrd="0" destOrd="0" presId="urn:microsoft.com/office/officeart/2005/8/layout/list1"/>
    <dgm:cxn modelId="{3156FA88-42AE-F445-B9D1-CCDD72B8EBCB}" srcId="{FFE4F0AE-0CD1-7243-BB85-AE1312EF374D}" destId="{19D1B66F-B98A-3A44-BB4B-BD6D6C78427F}" srcOrd="0" destOrd="0" parTransId="{D5AB62CC-CD34-6741-A89E-ED44CAD44A2C}" sibTransId="{859413E0-54D4-304E-99D1-CB4F83E26A12}"/>
    <dgm:cxn modelId="{07FB4F8F-338A-0147-AE09-F0912990F126}" srcId="{AFE862E5-A8EA-2446-9428-B289D09D3E80}" destId="{FFB3DAC3-A387-0B4B-8A84-B5EEF936CB08}" srcOrd="5" destOrd="0" parTransId="{DC2D4653-4DC8-0D47-AE96-AF77261C91F3}" sibTransId="{AC6D3BE2-5134-CF46-86B8-5DAAEA44B524}"/>
    <dgm:cxn modelId="{A9376792-9BA0-264F-A708-74C181F7FF97}" srcId="{AFE862E5-A8EA-2446-9428-B289D09D3E80}" destId="{711B7653-CB45-EA49-B363-9AC7D973CEC5}" srcOrd="0" destOrd="0" parTransId="{B89B93C3-2622-8949-9F7A-B1EF7A4AD33C}" sibTransId="{AE29151C-46B3-EC4A-B284-4265AD3E86E2}"/>
    <dgm:cxn modelId="{630D1A93-DF9E-1A4C-AB5C-2154769D7965}" type="presOf" srcId="{5C8C1999-183F-0242-89B1-FCC1FF33F55C}" destId="{E1AE3736-F57C-844D-A0EB-AB67E7CD1BF1}" srcOrd="0" destOrd="0" presId="urn:microsoft.com/office/officeart/2005/8/layout/list1"/>
    <dgm:cxn modelId="{5821DC96-DDB7-6F4F-AB5F-3AA18DDE8EC6}" type="presOf" srcId="{F020F280-C8D8-D041-A3C1-A82335EC7415}" destId="{1FD9E992-D7DE-C746-B975-A63C994C13FF}" srcOrd="0" destOrd="0" presId="urn:microsoft.com/office/officeart/2005/8/layout/list1"/>
    <dgm:cxn modelId="{651945A2-32E7-2641-A844-93D3BEA3304E}" srcId="{AFE862E5-A8EA-2446-9428-B289D09D3E80}" destId="{95A87C33-A737-264C-B357-893CAAA0B1CE}" srcOrd="2" destOrd="0" parTransId="{8C371CBD-85E3-2C49-84FC-FBC066908057}" sibTransId="{DAC6FF89-7F1B-B449-9FC6-008407D2CFA3}"/>
    <dgm:cxn modelId="{572EAFA6-6B80-F741-9194-485C2F749577}" srcId="{32662E61-CE46-EB43-BB17-5F5D2E418CB1}" destId="{5C8C1999-183F-0242-89B1-FCC1FF33F55C}" srcOrd="0" destOrd="0" parTransId="{0F33662A-1DAA-CA45-B8BE-7B69474B9DCC}" sibTransId="{94773F9B-E88A-2A48-867F-AA253451A3C4}"/>
    <dgm:cxn modelId="{22FA37BD-13C2-E04E-9740-5111CF905F4D}" srcId="{95A87C33-A737-264C-B357-893CAAA0B1CE}" destId="{85F03B8A-7C04-9E42-B895-F9F85547B3E9}" srcOrd="0" destOrd="0" parTransId="{45D79DB7-14C0-904C-91C2-A825C9D4F0A5}" sibTransId="{FBD8C33F-7A83-6F47-94EF-A98C10B87B21}"/>
    <dgm:cxn modelId="{3AEAC9BD-526C-C749-A54E-49F628D7BF92}" srcId="{826B590B-4F35-C149-89D6-147E771ABE3E}" destId="{6B5875EA-91E5-8B48-8F13-CC87B0EA8645}" srcOrd="0" destOrd="0" parTransId="{99339421-9223-3249-862B-ED42814676DE}" sibTransId="{B552A609-ACEC-4F46-9755-B2AC8FA0F648}"/>
    <dgm:cxn modelId="{BE82DBCD-F9B4-784B-8F71-2CC78B2FD1E3}" type="presOf" srcId="{95A87C33-A737-264C-B357-893CAAA0B1CE}" destId="{95C48325-DC9C-644A-8424-12DB0973E816}" srcOrd="1" destOrd="0" presId="urn:microsoft.com/office/officeart/2005/8/layout/list1"/>
    <dgm:cxn modelId="{E60A41D6-0C70-6642-B5A1-6E226AC23272}" type="presOf" srcId="{6B5875EA-91E5-8B48-8F13-CC87B0EA8645}" destId="{2422257B-C9A5-5149-BC8D-B60932DD0EDE}" srcOrd="0" destOrd="0" presId="urn:microsoft.com/office/officeart/2005/8/layout/list1"/>
    <dgm:cxn modelId="{697A0AEC-32AA-8641-A595-E2B3FF41930A}" srcId="{711B7653-CB45-EA49-B363-9AC7D973CEC5}" destId="{F020F280-C8D8-D041-A3C1-A82335EC7415}" srcOrd="0" destOrd="0" parTransId="{D0815540-9FDC-BD40-BB1B-1F40C7973542}" sibTransId="{3A8AA560-E862-1244-A032-7F765AB14151}"/>
    <dgm:cxn modelId="{71B03AEE-BAD8-754A-845B-D31F34F6678C}" type="presOf" srcId="{32662E61-CE46-EB43-BB17-5F5D2E418CB1}" destId="{4B9640E5-79FB-4844-AA32-A3BBFE6BD4BE}" srcOrd="1" destOrd="0" presId="urn:microsoft.com/office/officeart/2005/8/layout/list1"/>
    <dgm:cxn modelId="{AAB990F5-1175-F44C-B0D1-4D9B8CE47703}" type="presOf" srcId="{826B590B-4F35-C149-89D6-147E771ABE3E}" destId="{5438DEAF-05DC-2C44-9747-BA968E21B636}" srcOrd="1" destOrd="0" presId="urn:microsoft.com/office/officeart/2005/8/layout/list1"/>
    <dgm:cxn modelId="{B8455867-31BE-5D4E-B9E7-1F77F39C1BD3}" type="presParOf" srcId="{F7896C80-E204-3B4E-B82C-D34CCBB090AE}" destId="{0F2C4694-500B-024C-ABCE-6DCD50437E44}" srcOrd="0" destOrd="0" presId="urn:microsoft.com/office/officeart/2005/8/layout/list1"/>
    <dgm:cxn modelId="{9DE67D52-BD06-7F4E-92E6-51ADDBB615D1}" type="presParOf" srcId="{0F2C4694-500B-024C-ABCE-6DCD50437E44}" destId="{CB5342F9-6C4F-CD49-BEE3-37D393F21AF4}" srcOrd="0" destOrd="0" presId="urn:microsoft.com/office/officeart/2005/8/layout/list1"/>
    <dgm:cxn modelId="{A6B5BB89-3FB8-7C4B-BCA3-630AF7CEF319}" type="presParOf" srcId="{0F2C4694-500B-024C-ABCE-6DCD50437E44}" destId="{F76BFFF8-B468-234D-BF41-F4024B35354E}" srcOrd="1" destOrd="0" presId="urn:microsoft.com/office/officeart/2005/8/layout/list1"/>
    <dgm:cxn modelId="{4556CE51-166E-D942-8D7E-68B7C4091DAD}" type="presParOf" srcId="{F7896C80-E204-3B4E-B82C-D34CCBB090AE}" destId="{8471F014-8E21-B84C-939C-173D2CA77D80}" srcOrd="1" destOrd="0" presId="urn:microsoft.com/office/officeart/2005/8/layout/list1"/>
    <dgm:cxn modelId="{B7692D70-8880-864C-A3A5-9141DF0DAE7A}" type="presParOf" srcId="{F7896C80-E204-3B4E-B82C-D34CCBB090AE}" destId="{1FD9E992-D7DE-C746-B975-A63C994C13FF}" srcOrd="2" destOrd="0" presId="urn:microsoft.com/office/officeart/2005/8/layout/list1"/>
    <dgm:cxn modelId="{70D06DC9-3F81-A24F-A393-8490B695FDA1}" type="presParOf" srcId="{F7896C80-E204-3B4E-B82C-D34CCBB090AE}" destId="{CAF6D517-487F-B643-B151-214BBBA2C999}" srcOrd="3" destOrd="0" presId="urn:microsoft.com/office/officeart/2005/8/layout/list1"/>
    <dgm:cxn modelId="{36F4735C-2676-2448-8284-AE0D7CCC80AD}" type="presParOf" srcId="{F7896C80-E204-3B4E-B82C-D34CCBB090AE}" destId="{12FBF52D-A08F-5F4D-8CE7-B00C5E21B1B8}" srcOrd="4" destOrd="0" presId="urn:microsoft.com/office/officeart/2005/8/layout/list1"/>
    <dgm:cxn modelId="{FB5E7050-09EB-854A-A769-8983F04526DC}" type="presParOf" srcId="{12FBF52D-A08F-5F4D-8CE7-B00C5E21B1B8}" destId="{D622BB12-2C18-E542-91D6-42234518B1E9}" srcOrd="0" destOrd="0" presId="urn:microsoft.com/office/officeart/2005/8/layout/list1"/>
    <dgm:cxn modelId="{A8101CA3-7DB7-934C-88B0-5BEFF5C868C0}" type="presParOf" srcId="{12FBF52D-A08F-5F4D-8CE7-B00C5E21B1B8}" destId="{9BC70C08-8543-5F4D-BB14-EC1970A8EA5A}" srcOrd="1" destOrd="0" presId="urn:microsoft.com/office/officeart/2005/8/layout/list1"/>
    <dgm:cxn modelId="{F1904D45-74DE-D949-B841-3C48991A7148}" type="presParOf" srcId="{F7896C80-E204-3B4E-B82C-D34CCBB090AE}" destId="{21C0F8FE-A1D7-3248-83C0-24FB5B3EF5D1}" srcOrd="5" destOrd="0" presId="urn:microsoft.com/office/officeart/2005/8/layout/list1"/>
    <dgm:cxn modelId="{ACFD2369-B033-7749-8DE8-B9ECA57984E8}" type="presParOf" srcId="{F7896C80-E204-3B4E-B82C-D34CCBB090AE}" destId="{EE7BE085-3B9C-1943-B870-1A3D957EEF54}" srcOrd="6" destOrd="0" presId="urn:microsoft.com/office/officeart/2005/8/layout/list1"/>
    <dgm:cxn modelId="{8A826704-8D45-5D4F-A207-62082A56B294}" type="presParOf" srcId="{F7896C80-E204-3B4E-B82C-D34CCBB090AE}" destId="{26A6433F-7FE2-7740-9C34-958B509904C1}" srcOrd="7" destOrd="0" presId="urn:microsoft.com/office/officeart/2005/8/layout/list1"/>
    <dgm:cxn modelId="{9A2B7711-15D6-0343-9DFE-C8713574EADA}" type="presParOf" srcId="{F7896C80-E204-3B4E-B82C-D34CCBB090AE}" destId="{A7DA166F-54FA-784C-889D-D8FCAC701E60}" srcOrd="8" destOrd="0" presId="urn:microsoft.com/office/officeart/2005/8/layout/list1"/>
    <dgm:cxn modelId="{4F2E0C1B-6C27-9945-986A-3424AC8D82A9}" type="presParOf" srcId="{A7DA166F-54FA-784C-889D-D8FCAC701E60}" destId="{5219A99B-9B29-8C4A-9731-9B3822F7BE55}" srcOrd="0" destOrd="0" presId="urn:microsoft.com/office/officeart/2005/8/layout/list1"/>
    <dgm:cxn modelId="{0B51C984-9A53-784B-A9D8-651BC7F81E6E}" type="presParOf" srcId="{A7DA166F-54FA-784C-889D-D8FCAC701E60}" destId="{95C48325-DC9C-644A-8424-12DB0973E816}" srcOrd="1" destOrd="0" presId="urn:microsoft.com/office/officeart/2005/8/layout/list1"/>
    <dgm:cxn modelId="{398BF2AB-1419-1041-96F2-4E6E7018E41D}" type="presParOf" srcId="{F7896C80-E204-3B4E-B82C-D34CCBB090AE}" destId="{86D0A317-4FC6-CB49-94C7-6D0117F74A75}" srcOrd="9" destOrd="0" presId="urn:microsoft.com/office/officeart/2005/8/layout/list1"/>
    <dgm:cxn modelId="{3EC1AF13-C15E-1447-A62E-1585923FB846}" type="presParOf" srcId="{F7896C80-E204-3B4E-B82C-D34CCBB090AE}" destId="{DFAE381D-2C81-1948-8A07-8065ACA96347}" srcOrd="10" destOrd="0" presId="urn:microsoft.com/office/officeart/2005/8/layout/list1"/>
    <dgm:cxn modelId="{9258CB2A-48B5-B34C-82C7-22B900325E5E}" type="presParOf" srcId="{F7896C80-E204-3B4E-B82C-D34CCBB090AE}" destId="{BEFA7FAC-979E-4043-A0C5-28F7DA53C5ED}" srcOrd="11" destOrd="0" presId="urn:microsoft.com/office/officeart/2005/8/layout/list1"/>
    <dgm:cxn modelId="{DA543C06-A4DD-5240-B07D-2F26070D6920}" type="presParOf" srcId="{F7896C80-E204-3B4E-B82C-D34CCBB090AE}" destId="{4D54E4ED-1D8A-FC44-9368-7C745FAB358E}" srcOrd="12" destOrd="0" presId="urn:microsoft.com/office/officeart/2005/8/layout/list1"/>
    <dgm:cxn modelId="{60CCEF02-ABBF-5541-82C0-95FF48705054}" type="presParOf" srcId="{4D54E4ED-1D8A-FC44-9368-7C745FAB358E}" destId="{5F6E9502-F75D-874B-A5D0-2A78EB206AFB}" srcOrd="0" destOrd="0" presId="urn:microsoft.com/office/officeart/2005/8/layout/list1"/>
    <dgm:cxn modelId="{EA303069-366C-AE4C-A615-3D78AC276E76}" type="presParOf" srcId="{4D54E4ED-1D8A-FC44-9368-7C745FAB358E}" destId="{4B9640E5-79FB-4844-AA32-A3BBFE6BD4BE}" srcOrd="1" destOrd="0" presId="urn:microsoft.com/office/officeart/2005/8/layout/list1"/>
    <dgm:cxn modelId="{E60C6E51-4585-8C44-AA56-F23EA985F31F}" type="presParOf" srcId="{F7896C80-E204-3B4E-B82C-D34CCBB090AE}" destId="{0C1A253D-B8E3-8846-B70D-B064EB3B016B}" srcOrd="13" destOrd="0" presId="urn:microsoft.com/office/officeart/2005/8/layout/list1"/>
    <dgm:cxn modelId="{08B184F4-709A-4842-9020-48123868F65D}" type="presParOf" srcId="{F7896C80-E204-3B4E-B82C-D34CCBB090AE}" destId="{E1AE3736-F57C-844D-A0EB-AB67E7CD1BF1}" srcOrd="14" destOrd="0" presId="urn:microsoft.com/office/officeart/2005/8/layout/list1"/>
    <dgm:cxn modelId="{9E9F40CB-ACE7-B645-9A7B-C50B781273C3}" type="presParOf" srcId="{F7896C80-E204-3B4E-B82C-D34CCBB090AE}" destId="{86858206-AB81-8140-B572-8A113579503C}" srcOrd="15" destOrd="0" presId="urn:microsoft.com/office/officeart/2005/8/layout/list1"/>
    <dgm:cxn modelId="{B8A43D77-F41D-D645-B4BB-FE6372915AEB}" type="presParOf" srcId="{F7896C80-E204-3B4E-B82C-D34CCBB090AE}" destId="{24A50046-CA27-EB4B-94DC-FEE487F9A5D7}" srcOrd="16" destOrd="0" presId="urn:microsoft.com/office/officeart/2005/8/layout/list1"/>
    <dgm:cxn modelId="{1C8B4FB6-0DA2-F94D-9689-C23CEA786A7F}" type="presParOf" srcId="{24A50046-CA27-EB4B-94DC-FEE487F9A5D7}" destId="{9DEFA543-4B55-5545-AFC1-29B948505CDD}" srcOrd="0" destOrd="0" presId="urn:microsoft.com/office/officeart/2005/8/layout/list1"/>
    <dgm:cxn modelId="{BB9524A9-3474-7D4B-9E2A-1CE450A070A7}" type="presParOf" srcId="{24A50046-CA27-EB4B-94DC-FEE487F9A5D7}" destId="{5438DEAF-05DC-2C44-9747-BA968E21B636}" srcOrd="1" destOrd="0" presId="urn:microsoft.com/office/officeart/2005/8/layout/list1"/>
    <dgm:cxn modelId="{5A4B7614-4480-3344-ABDC-F7558165B8AB}" type="presParOf" srcId="{F7896C80-E204-3B4E-B82C-D34CCBB090AE}" destId="{46709659-F705-A94B-A14E-77A0BA84AC7C}" srcOrd="17" destOrd="0" presId="urn:microsoft.com/office/officeart/2005/8/layout/list1"/>
    <dgm:cxn modelId="{8D2C68F0-19FD-0549-9C4C-EB9FB4601A9A}" type="presParOf" srcId="{F7896C80-E204-3B4E-B82C-D34CCBB090AE}" destId="{2422257B-C9A5-5149-BC8D-B60932DD0EDE}" srcOrd="18" destOrd="0" presId="urn:microsoft.com/office/officeart/2005/8/layout/list1"/>
    <dgm:cxn modelId="{9F00203B-7DAD-8241-A67A-C2581F381846}" type="presParOf" srcId="{F7896C80-E204-3B4E-B82C-D34CCBB090AE}" destId="{F51C7443-85C3-E24A-ACC4-7CAAC93D8E9A}" srcOrd="19" destOrd="0" presId="urn:microsoft.com/office/officeart/2005/8/layout/list1"/>
    <dgm:cxn modelId="{5C9F9375-4A97-2F4C-9BD8-AAF95CBDBD02}" type="presParOf" srcId="{F7896C80-E204-3B4E-B82C-D34CCBB090AE}" destId="{4815E7D3-5F19-1348-8A99-83689B122AF3}" srcOrd="20" destOrd="0" presId="urn:microsoft.com/office/officeart/2005/8/layout/list1"/>
    <dgm:cxn modelId="{28A14153-EE31-CB43-B79A-7B9FAF5DEE4D}" type="presParOf" srcId="{4815E7D3-5F19-1348-8A99-83689B122AF3}" destId="{ADF10A38-65C4-EF4D-8946-87F2A99C99A5}" srcOrd="0" destOrd="0" presId="urn:microsoft.com/office/officeart/2005/8/layout/list1"/>
    <dgm:cxn modelId="{B8052726-8DAB-CC4A-A3AE-5E8BB326EF5B}" type="presParOf" srcId="{4815E7D3-5F19-1348-8A99-83689B122AF3}" destId="{68C7D4D9-C02D-2148-9E5A-5A7C7A99AC62}" srcOrd="1" destOrd="0" presId="urn:microsoft.com/office/officeart/2005/8/layout/list1"/>
    <dgm:cxn modelId="{EF6B9BF4-29EF-CF41-B3A9-5FA69DB41A57}" type="presParOf" srcId="{F7896C80-E204-3B4E-B82C-D34CCBB090AE}" destId="{18B82C75-E43C-4844-8B48-503EE7552A6E}" srcOrd="21" destOrd="0" presId="urn:microsoft.com/office/officeart/2005/8/layout/list1"/>
    <dgm:cxn modelId="{CBDB942D-6C01-454C-9E9E-F8012E865530}" type="presParOf" srcId="{F7896C80-E204-3B4E-B82C-D34CCBB090AE}" destId="{C3B80474-9875-914B-83F8-56C17537AC8A}" srcOrd="22"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61593CB-BC5F-8340-B1B2-BD5425C73602}">
      <dsp:nvSpPr>
        <dsp:cNvPr id="0" name=""/>
        <dsp:cNvSpPr/>
      </dsp:nvSpPr>
      <dsp:spPr>
        <a:xfrm>
          <a:off x="0" y="0"/>
          <a:ext cx="8575975" cy="1935948"/>
        </a:xfrm>
        <a:prstGeom prst="roundRect">
          <a:avLst>
            <a:gd name="adj" fmla="val 10000"/>
          </a:avLst>
        </a:prstGeom>
        <a:solidFill>
          <a:schemeClr val="accent1"/>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dirty="0"/>
            <a:t>If you clone Flexodeal from the NML’s GitHub page:</a:t>
          </a:r>
          <a:endParaRPr lang="en-CA" sz="2200" kern="1200" dirty="0"/>
        </a:p>
        <a:p>
          <a:pPr marL="171450" lvl="1" indent="-171450" algn="l" defTabSz="755650">
            <a:lnSpc>
              <a:spcPct val="90000"/>
            </a:lnSpc>
            <a:spcBef>
              <a:spcPct val="0"/>
            </a:spcBef>
            <a:spcAft>
              <a:spcPct val="15000"/>
            </a:spcAft>
            <a:buChar char="•"/>
          </a:pPr>
          <a:r>
            <a:rPr lang="en-US" sz="1700" kern="1200" dirty="0"/>
            <a:t>You can only perform local changes.</a:t>
          </a:r>
          <a:endParaRPr lang="en-CA" sz="1700" kern="1200" dirty="0"/>
        </a:p>
        <a:p>
          <a:pPr marL="171450" lvl="1" indent="-171450" algn="l" defTabSz="755650">
            <a:lnSpc>
              <a:spcPct val="90000"/>
            </a:lnSpc>
            <a:spcBef>
              <a:spcPct val="0"/>
            </a:spcBef>
            <a:spcAft>
              <a:spcPct val="15000"/>
            </a:spcAft>
            <a:buChar char="•"/>
          </a:pPr>
          <a:r>
            <a:rPr lang="en-US" sz="1700" kern="1200" dirty="0"/>
            <a:t>You cannot create remote branches (local branches can still be created).</a:t>
          </a:r>
          <a:endParaRPr lang="en-CA" sz="1700" kern="1200" dirty="0"/>
        </a:p>
        <a:p>
          <a:pPr marL="171450" lvl="1" indent="-171450" algn="l" defTabSz="755650">
            <a:lnSpc>
              <a:spcPct val="90000"/>
            </a:lnSpc>
            <a:spcBef>
              <a:spcPct val="0"/>
            </a:spcBef>
            <a:spcAft>
              <a:spcPct val="15000"/>
            </a:spcAft>
            <a:buChar char="•"/>
          </a:pPr>
          <a:r>
            <a:rPr lang="en-US" sz="1700" kern="1200" dirty="0"/>
            <a:t>You cannot track your changes.</a:t>
          </a:r>
          <a:endParaRPr lang="en-CA" sz="1700" kern="1200" dirty="0"/>
        </a:p>
      </dsp:txBody>
      <dsp:txXfrm>
        <a:off x="1908789" y="0"/>
        <a:ext cx="6667185" cy="1935948"/>
      </dsp:txXfrm>
    </dsp:sp>
    <dsp:sp modelId="{54D63866-5545-4F4B-B3BA-8629A3ED2297}">
      <dsp:nvSpPr>
        <dsp:cNvPr id="0" name=""/>
        <dsp:cNvSpPr/>
      </dsp:nvSpPr>
      <dsp:spPr>
        <a:xfrm>
          <a:off x="193594" y="193594"/>
          <a:ext cx="1715195" cy="1548758"/>
        </a:xfrm>
        <a:prstGeom prst="roundRect">
          <a:avLst>
            <a:gd name="adj" fmla="val 10000"/>
          </a:avLst>
        </a:prstGeom>
        <a:blipFill dpi="0" rotWithShape="1">
          <a:blip xmlns:r="http://schemas.openxmlformats.org/officeDocument/2006/relationships">
            <a:extLst>
              <a:ext uri="{96DAC541-7B7A-43D3-8B79-37D633B846F1}">
                <asvg:svgBlip xmlns:asvg="http://schemas.microsoft.com/office/drawing/2016/SVG/main" r:embed="rId1"/>
              </a:ext>
            </a:extLst>
          </a:blip>
          <a:srcRect/>
          <a:stretch>
            <a:fillRect l="12796" t="10501" r="16170" b="18466"/>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4E850046-9911-794B-95CD-7495FD24BAB0}">
      <dsp:nvSpPr>
        <dsp:cNvPr id="0" name=""/>
        <dsp:cNvSpPr/>
      </dsp:nvSpPr>
      <dsp:spPr>
        <a:xfrm>
          <a:off x="0" y="2129543"/>
          <a:ext cx="8575975" cy="1935948"/>
        </a:xfrm>
        <a:prstGeom prst="roundRect">
          <a:avLst>
            <a:gd name="adj" fmla="val 10000"/>
          </a:avLst>
        </a:prstGeom>
        <a:solidFill>
          <a:schemeClr val="accent1"/>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dirty="0"/>
            <a:t>If you fork Flexodeal, and then clone this repository from your account:</a:t>
          </a:r>
          <a:endParaRPr lang="en-CA" sz="2200" kern="1200" dirty="0"/>
        </a:p>
        <a:p>
          <a:pPr marL="171450" lvl="1" indent="-171450" algn="l" defTabSz="755650">
            <a:lnSpc>
              <a:spcPct val="90000"/>
            </a:lnSpc>
            <a:spcBef>
              <a:spcPct val="0"/>
            </a:spcBef>
            <a:spcAft>
              <a:spcPct val="15000"/>
            </a:spcAft>
            <a:buChar char="•"/>
          </a:pPr>
          <a:r>
            <a:rPr lang="en-US" sz="1700" kern="1200" dirty="0"/>
            <a:t>Your can create multiple branches for different projects and track your changes.</a:t>
          </a:r>
          <a:endParaRPr lang="en-CA" sz="1700" kern="1200" dirty="0"/>
        </a:p>
        <a:p>
          <a:pPr marL="171450" lvl="1" indent="-171450" algn="l" defTabSz="755650">
            <a:lnSpc>
              <a:spcPct val="90000"/>
            </a:lnSpc>
            <a:spcBef>
              <a:spcPct val="0"/>
            </a:spcBef>
            <a:spcAft>
              <a:spcPct val="15000"/>
            </a:spcAft>
            <a:buChar char="•"/>
          </a:pPr>
          <a:r>
            <a:rPr lang="en-US" sz="1700" kern="1200" dirty="0"/>
            <a:t>You can fix the version of Flexodeal you’d like to use.</a:t>
          </a:r>
          <a:endParaRPr lang="en-CA" sz="1700" kern="1200" dirty="0"/>
        </a:p>
      </dsp:txBody>
      <dsp:txXfrm>
        <a:off x="1908789" y="2129543"/>
        <a:ext cx="6667185" cy="1935948"/>
      </dsp:txXfrm>
    </dsp:sp>
    <dsp:sp modelId="{CDE5298E-6846-B748-8920-08E4F9D057D4}">
      <dsp:nvSpPr>
        <dsp:cNvPr id="0" name=""/>
        <dsp:cNvSpPr/>
      </dsp:nvSpPr>
      <dsp:spPr>
        <a:xfrm>
          <a:off x="193594" y="2323137"/>
          <a:ext cx="1715195" cy="1548758"/>
        </a:xfrm>
        <a:prstGeom prst="roundRect">
          <a:avLst>
            <a:gd name="adj" fmla="val 10000"/>
          </a:avLst>
        </a:prstGeom>
        <a:blipFill dpi="0" rotWithShape="1">
          <a:blip xmlns:r="http://schemas.openxmlformats.org/officeDocument/2006/relationships">
            <a:extLst>
              <a:ext uri="{96DAC541-7B7A-43D3-8B79-37D633B846F1}">
                <asvg:svgBlip xmlns:asvg="http://schemas.microsoft.com/office/drawing/2016/SVG/main" r:embed="rId2"/>
              </a:ext>
            </a:extLst>
          </a:blip>
          <a:srcRect/>
          <a:stretch>
            <a:fillRect l="16618" t="17750" r="14917" b="13785"/>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16C1307-E85F-DF4E-8CBE-EBC7DED63152}">
      <dsp:nvSpPr>
        <dsp:cNvPr id="0" name=""/>
        <dsp:cNvSpPr/>
      </dsp:nvSpPr>
      <dsp:spPr>
        <a:xfrm rot="5400000">
          <a:off x="5486961" y="-2286197"/>
          <a:ext cx="753765" cy="5518911"/>
        </a:xfrm>
        <a:prstGeom prst="round2Same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22860" rIns="45720" bIns="22860" numCol="1" spcCol="1270" anchor="ctr" anchorCtr="0">
          <a:noAutofit/>
        </a:bodyPr>
        <a:lstStyle/>
        <a:p>
          <a:pPr marL="114300" lvl="1" indent="-114300" algn="l" defTabSz="533400">
            <a:lnSpc>
              <a:spcPct val="90000"/>
            </a:lnSpc>
            <a:spcBef>
              <a:spcPct val="0"/>
            </a:spcBef>
            <a:spcAft>
              <a:spcPct val="15000"/>
            </a:spcAft>
            <a:buChar char="•"/>
          </a:pPr>
          <a:r>
            <a:rPr lang="en-US" sz="1200" kern="1200" dirty="0"/>
            <a:t>Recover the exact code used for results.</a:t>
          </a:r>
        </a:p>
        <a:p>
          <a:pPr marL="114300" lvl="1" indent="-114300" algn="l" defTabSz="533400">
            <a:lnSpc>
              <a:spcPct val="90000"/>
            </a:lnSpc>
            <a:spcBef>
              <a:spcPct val="0"/>
            </a:spcBef>
            <a:spcAft>
              <a:spcPct val="15000"/>
            </a:spcAft>
            <a:buChar char="•"/>
          </a:pPr>
          <a:r>
            <a:rPr lang="en-US" sz="1200" kern="1200" dirty="0"/>
            <a:t>Re-run experiments months (or years) later.</a:t>
          </a:r>
        </a:p>
        <a:p>
          <a:pPr marL="114300" lvl="1" indent="-114300" algn="l" defTabSz="533400">
            <a:lnSpc>
              <a:spcPct val="90000"/>
            </a:lnSpc>
            <a:spcBef>
              <a:spcPct val="0"/>
            </a:spcBef>
            <a:spcAft>
              <a:spcPct val="15000"/>
            </a:spcAft>
            <a:buChar char="•"/>
          </a:pPr>
          <a:r>
            <a:rPr lang="en-US" sz="1200" kern="1200" dirty="0"/>
            <a:t>Ensure consistency across papers and collaborators.</a:t>
          </a:r>
        </a:p>
      </dsp:txBody>
      <dsp:txXfrm rot="-5400000">
        <a:off x="3104388" y="133172"/>
        <a:ext cx="5482115" cy="680173"/>
      </dsp:txXfrm>
    </dsp:sp>
    <dsp:sp modelId="{F4EF770D-DCE7-D542-A025-D629D6E26495}">
      <dsp:nvSpPr>
        <dsp:cNvPr id="0" name=""/>
        <dsp:cNvSpPr/>
      </dsp:nvSpPr>
      <dsp:spPr>
        <a:xfrm>
          <a:off x="0" y="2154"/>
          <a:ext cx="3104387" cy="942207"/>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34290" rIns="68580" bIns="34290" numCol="1" spcCol="1270" anchor="ctr" anchorCtr="0">
          <a:noAutofit/>
        </a:bodyPr>
        <a:lstStyle/>
        <a:p>
          <a:pPr marL="0" lvl="0" indent="0" algn="ctr" defTabSz="800100">
            <a:lnSpc>
              <a:spcPct val="90000"/>
            </a:lnSpc>
            <a:spcBef>
              <a:spcPct val="0"/>
            </a:spcBef>
            <a:spcAft>
              <a:spcPct val="35000"/>
            </a:spcAft>
            <a:buNone/>
          </a:pPr>
          <a:r>
            <a:rPr lang="en-US" sz="1800" b="1" kern="1200" dirty="0"/>
            <a:t>Reproducibility</a:t>
          </a:r>
        </a:p>
      </dsp:txBody>
      <dsp:txXfrm>
        <a:off x="45995" y="48149"/>
        <a:ext cx="3012397" cy="850217"/>
      </dsp:txXfrm>
    </dsp:sp>
    <dsp:sp modelId="{7A998A60-01D6-604D-A96E-46ECA9A7CD3C}">
      <dsp:nvSpPr>
        <dsp:cNvPr id="0" name=""/>
        <dsp:cNvSpPr/>
      </dsp:nvSpPr>
      <dsp:spPr>
        <a:xfrm rot="5400000">
          <a:off x="5486961" y="-1296879"/>
          <a:ext cx="753765" cy="5518911"/>
        </a:xfrm>
        <a:prstGeom prst="round2Same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22860" rIns="45720" bIns="22860" numCol="1" spcCol="1270" anchor="ctr" anchorCtr="0">
          <a:noAutofit/>
        </a:bodyPr>
        <a:lstStyle/>
        <a:p>
          <a:pPr marL="114300" lvl="1" indent="-114300" algn="l" defTabSz="533400">
            <a:lnSpc>
              <a:spcPct val="90000"/>
            </a:lnSpc>
            <a:spcBef>
              <a:spcPct val="0"/>
            </a:spcBef>
            <a:spcAft>
              <a:spcPct val="15000"/>
            </a:spcAft>
            <a:buChar char="•"/>
          </a:pPr>
          <a:r>
            <a:rPr lang="en-US" sz="1200" kern="1200" dirty="0"/>
            <a:t>Identify</a:t>
          </a:r>
          <a:r>
            <a:rPr lang="en-US" sz="1200" i="1" kern="1200" dirty="0"/>
            <a:t> when</a:t>
          </a:r>
          <a:r>
            <a:rPr lang="en-US" sz="1200" i="0" kern="1200" dirty="0"/>
            <a:t> and </a:t>
          </a:r>
          <a:r>
            <a:rPr lang="en-US" sz="1200" i="1" kern="1200" dirty="0"/>
            <a:t>why</a:t>
          </a:r>
          <a:r>
            <a:rPr lang="en-US" sz="1200" i="0" kern="1200" dirty="0"/>
            <a:t> results changed.</a:t>
          </a:r>
          <a:endParaRPr lang="en-US" sz="1200" kern="1200" dirty="0"/>
        </a:p>
        <a:p>
          <a:pPr marL="114300" lvl="1" indent="-114300" algn="l" defTabSz="533400">
            <a:lnSpc>
              <a:spcPct val="90000"/>
            </a:lnSpc>
            <a:spcBef>
              <a:spcPct val="0"/>
            </a:spcBef>
            <a:spcAft>
              <a:spcPct val="15000"/>
            </a:spcAft>
            <a:buChar char="•"/>
          </a:pPr>
          <a:r>
            <a:rPr lang="en-US" sz="1200" kern="1200" dirty="0"/>
            <a:t>Compare working vs broken versions.</a:t>
          </a:r>
        </a:p>
        <a:p>
          <a:pPr marL="114300" lvl="1" indent="-114300" algn="l" defTabSz="533400">
            <a:lnSpc>
              <a:spcPct val="90000"/>
            </a:lnSpc>
            <a:spcBef>
              <a:spcPct val="0"/>
            </a:spcBef>
            <a:spcAft>
              <a:spcPct val="15000"/>
            </a:spcAft>
            <a:buChar char="•"/>
          </a:pPr>
          <a:r>
            <a:rPr lang="en-US" sz="1200" kern="1200" dirty="0"/>
            <a:t>Safely experiment without losing stable code.</a:t>
          </a:r>
        </a:p>
      </dsp:txBody>
      <dsp:txXfrm rot="-5400000">
        <a:off x="3104388" y="1122490"/>
        <a:ext cx="5482115" cy="680173"/>
      </dsp:txXfrm>
    </dsp:sp>
    <dsp:sp modelId="{115138E1-69A3-AF46-B7D6-F12442AF2A02}">
      <dsp:nvSpPr>
        <dsp:cNvPr id="0" name=""/>
        <dsp:cNvSpPr/>
      </dsp:nvSpPr>
      <dsp:spPr>
        <a:xfrm>
          <a:off x="0" y="991472"/>
          <a:ext cx="3104387" cy="942207"/>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34290" rIns="68580" bIns="34290" numCol="1" spcCol="1270" anchor="ctr" anchorCtr="0">
          <a:noAutofit/>
        </a:bodyPr>
        <a:lstStyle/>
        <a:p>
          <a:pPr marL="0" lvl="0" indent="0" algn="ctr" defTabSz="800100">
            <a:lnSpc>
              <a:spcPct val="90000"/>
            </a:lnSpc>
            <a:spcBef>
              <a:spcPct val="0"/>
            </a:spcBef>
            <a:spcAft>
              <a:spcPct val="35000"/>
            </a:spcAft>
            <a:buNone/>
          </a:pPr>
          <a:r>
            <a:rPr lang="en-US" sz="1800" b="1" kern="1200" dirty="0"/>
            <a:t>Debugging &amp; Validation</a:t>
          </a:r>
        </a:p>
      </dsp:txBody>
      <dsp:txXfrm>
        <a:off x="45995" y="1037467"/>
        <a:ext cx="3012397" cy="850217"/>
      </dsp:txXfrm>
    </dsp:sp>
    <dsp:sp modelId="{0540C85A-3AE7-FE4D-8E4C-A9101A3C973C}">
      <dsp:nvSpPr>
        <dsp:cNvPr id="0" name=""/>
        <dsp:cNvSpPr/>
      </dsp:nvSpPr>
      <dsp:spPr>
        <a:xfrm rot="5400000">
          <a:off x="5486961" y="-307562"/>
          <a:ext cx="753765" cy="5518911"/>
        </a:xfrm>
        <a:prstGeom prst="round2Same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22860" rIns="45720" bIns="22860" numCol="1" spcCol="1270" anchor="ctr" anchorCtr="0">
          <a:noAutofit/>
        </a:bodyPr>
        <a:lstStyle/>
        <a:p>
          <a:pPr marL="114300" lvl="1" indent="-114300" algn="l" defTabSz="533400">
            <a:lnSpc>
              <a:spcPct val="90000"/>
            </a:lnSpc>
            <a:spcBef>
              <a:spcPct val="0"/>
            </a:spcBef>
            <a:spcAft>
              <a:spcPct val="15000"/>
            </a:spcAft>
            <a:buChar char="•"/>
          </a:pPr>
          <a:r>
            <a:rPr lang="en-US" sz="1200" kern="1200" dirty="0"/>
            <a:t>Share clear, traceable contributions.</a:t>
          </a:r>
        </a:p>
        <a:p>
          <a:pPr marL="114300" lvl="1" indent="-114300" algn="l" defTabSz="533400">
            <a:lnSpc>
              <a:spcPct val="90000"/>
            </a:lnSpc>
            <a:spcBef>
              <a:spcPct val="0"/>
            </a:spcBef>
            <a:spcAft>
              <a:spcPct val="15000"/>
            </a:spcAft>
            <a:buChar char="•"/>
          </a:pPr>
          <a:r>
            <a:rPr lang="en-US" sz="1200" kern="1200" dirty="0"/>
            <a:t>Enable others to review and build on your work.</a:t>
          </a:r>
        </a:p>
        <a:p>
          <a:pPr marL="114300" lvl="1" indent="-114300" algn="l" defTabSz="533400">
            <a:lnSpc>
              <a:spcPct val="90000"/>
            </a:lnSpc>
            <a:spcBef>
              <a:spcPct val="0"/>
            </a:spcBef>
            <a:spcAft>
              <a:spcPct val="15000"/>
            </a:spcAft>
            <a:buChar char="•"/>
          </a:pPr>
          <a:r>
            <a:rPr lang="en-US" sz="1200" kern="1200" dirty="0"/>
            <a:t>Avoid overwriting or losing teammates’ changes.</a:t>
          </a:r>
        </a:p>
      </dsp:txBody>
      <dsp:txXfrm rot="-5400000">
        <a:off x="3104388" y="2111807"/>
        <a:ext cx="5482115" cy="680173"/>
      </dsp:txXfrm>
    </dsp:sp>
    <dsp:sp modelId="{4E06A468-B7E6-1545-A315-DA0A123F73C9}">
      <dsp:nvSpPr>
        <dsp:cNvPr id="0" name=""/>
        <dsp:cNvSpPr/>
      </dsp:nvSpPr>
      <dsp:spPr>
        <a:xfrm>
          <a:off x="0" y="1980790"/>
          <a:ext cx="3104387" cy="942207"/>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34290" rIns="68580" bIns="34290" numCol="1" spcCol="1270" anchor="ctr" anchorCtr="0">
          <a:noAutofit/>
        </a:bodyPr>
        <a:lstStyle/>
        <a:p>
          <a:pPr marL="0" lvl="0" indent="0" algn="ctr" defTabSz="800100">
            <a:lnSpc>
              <a:spcPct val="90000"/>
            </a:lnSpc>
            <a:spcBef>
              <a:spcPct val="0"/>
            </a:spcBef>
            <a:spcAft>
              <a:spcPct val="35000"/>
            </a:spcAft>
            <a:buNone/>
          </a:pPr>
          <a:r>
            <a:rPr lang="en-US" sz="1800" b="1" kern="1200" dirty="0"/>
            <a:t>Collaboration</a:t>
          </a:r>
        </a:p>
      </dsp:txBody>
      <dsp:txXfrm>
        <a:off x="45995" y="2026785"/>
        <a:ext cx="3012397" cy="850217"/>
      </dsp:txXfrm>
    </dsp:sp>
    <dsp:sp modelId="{BBC520B7-0828-5F44-871C-2C0750A17436}">
      <dsp:nvSpPr>
        <dsp:cNvPr id="0" name=""/>
        <dsp:cNvSpPr/>
      </dsp:nvSpPr>
      <dsp:spPr>
        <a:xfrm rot="5400000">
          <a:off x="5486961" y="681755"/>
          <a:ext cx="753765" cy="5518911"/>
        </a:xfrm>
        <a:prstGeom prst="round2Same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22860" rIns="45720" bIns="22860" numCol="1" spcCol="1270" anchor="ctr" anchorCtr="0">
          <a:noAutofit/>
        </a:bodyPr>
        <a:lstStyle/>
        <a:p>
          <a:pPr marL="114300" lvl="1" indent="-114300" algn="l" defTabSz="533400">
            <a:lnSpc>
              <a:spcPct val="90000"/>
            </a:lnSpc>
            <a:spcBef>
              <a:spcPct val="0"/>
            </a:spcBef>
            <a:spcAft>
              <a:spcPct val="15000"/>
            </a:spcAft>
            <a:buChar char="•"/>
          </a:pPr>
          <a:r>
            <a:rPr lang="en-US" sz="1200" kern="1200" dirty="0"/>
            <a:t>Keep features and experiments organized.</a:t>
          </a:r>
        </a:p>
        <a:p>
          <a:pPr marL="114300" lvl="1" indent="-114300" algn="l" defTabSz="533400">
            <a:lnSpc>
              <a:spcPct val="90000"/>
            </a:lnSpc>
            <a:spcBef>
              <a:spcPct val="0"/>
            </a:spcBef>
            <a:spcAft>
              <a:spcPct val="15000"/>
            </a:spcAft>
            <a:buChar char="•"/>
          </a:pPr>
          <a:r>
            <a:rPr lang="en-US" sz="1200" kern="1200" dirty="0"/>
            <a:t>Work on multiple ideas in parallel (via branches).</a:t>
          </a:r>
        </a:p>
        <a:p>
          <a:pPr marL="114300" lvl="1" indent="-114300" algn="l" defTabSz="533400">
            <a:lnSpc>
              <a:spcPct val="90000"/>
            </a:lnSpc>
            <a:spcBef>
              <a:spcPct val="0"/>
            </a:spcBef>
            <a:spcAft>
              <a:spcPct val="15000"/>
            </a:spcAft>
            <a:buChar char="•"/>
          </a:pPr>
          <a:r>
            <a:rPr lang="en-US" sz="1200" kern="1200" dirty="0"/>
            <a:t>Maintain a clean, structured codebase.</a:t>
          </a:r>
        </a:p>
      </dsp:txBody>
      <dsp:txXfrm rot="-5400000">
        <a:off x="3104388" y="3101124"/>
        <a:ext cx="5482115" cy="680173"/>
      </dsp:txXfrm>
    </dsp:sp>
    <dsp:sp modelId="{203B1D35-A528-F442-AA56-D564BA47F18B}">
      <dsp:nvSpPr>
        <dsp:cNvPr id="0" name=""/>
        <dsp:cNvSpPr/>
      </dsp:nvSpPr>
      <dsp:spPr>
        <a:xfrm>
          <a:off x="0" y="2970108"/>
          <a:ext cx="3104387" cy="942207"/>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34290" rIns="68580" bIns="34290" numCol="1" spcCol="1270" anchor="ctr" anchorCtr="0">
          <a:noAutofit/>
        </a:bodyPr>
        <a:lstStyle/>
        <a:p>
          <a:pPr marL="0" lvl="0" indent="0" algn="ctr" defTabSz="800100">
            <a:lnSpc>
              <a:spcPct val="90000"/>
            </a:lnSpc>
            <a:spcBef>
              <a:spcPct val="0"/>
            </a:spcBef>
            <a:spcAft>
              <a:spcPct val="35000"/>
            </a:spcAft>
            <a:buNone/>
          </a:pPr>
          <a:r>
            <a:rPr lang="en-US" sz="1800" b="1" kern="1200" dirty="0"/>
            <a:t>Project Management</a:t>
          </a:r>
        </a:p>
      </dsp:txBody>
      <dsp:txXfrm>
        <a:off x="45995" y="3016103"/>
        <a:ext cx="3012397" cy="850217"/>
      </dsp:txXfrm>
    </dsp:sp>
    <dsp:sp modelId="{90EF44E6-A5A5-C14B-ADF0-75DFF94BD441}">
      <dsp:nvSpPr>
        <dsp:cNvPr id="0" name=""/>
        <dsp:cNvSpPr/>
      </dsp:nvSpPr>
      <dsp:spPr>
        <a:xfrm rot="5400000">
          <a:off x="5486961" y="1671073"/>
          <a:ext cx="753765" cy="5518911"/>
        </a:xfrm>
        <a:prstGeom prst="round2Same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22860" rIns="45720" bIns="22860" numCol="1" spcCol="1270" anchor="ctr" anchorCtr="0">
          <a:noAutofit/>
        </a:bodyPr>
        <a:lstStyle/>
        <a:p>
          <a:pPr marL="114300" lvl="1" indent="-114300" algn="l" defTabSz="533400">
            <a:lnSpc>
              <a:spcPct val="90000"/>
            </a:lnSpc>
            <a:spcBef>
              <a:spcPct val="0"/>
            </a:spcBef>
            <a:spcAft>
              <a:spcPct val="15000"/>
            </a:spcAft>
            <a:buChar char="•"/>
          </a:pPr>
          <a:r>
            <a:rPr lang="en-US" sz="1200" kern="1200" dirty="0"/>
            <a:t>Preserve your work beyond a single project.</a:t>
          </a:r>
        </a:p>
        <a:p>
          <a:pPr marL="114300" lvl="1" indent="-114300" algn="l" defTabSz="533400">
            <a:lnSpc>
              <a:spcPct val="90000"/>
            </a:lnSpc>
            <a:spcBef>
              <a:spcPct val="0"/>
            </a:spcBef>
            <a:spcAft>
              <a:spcPct val="15000"/>
            </a:spcAft>
            <a:buChar char="•"/>
          </a:pPr>
          <a:r>
            <a:rPr lang="en-US" sz="1200" kern="1200" dirty="0"/>
            <a:t>Make your research transparent and credible.</a:t>
          </a:r>
        </a:p>
        <a:p>
          <a:pPr marL="114300" lvl="1" indent="-114300" algn="l" defTabSz="533400">
            <a:lnSpc>
              <a:spcPct val="90000"/>
            </a:lnSpc>
            <a:spcBef>
              <a:spcPct val="0"/>
            </a:spcBef>
            <a:spcAft>
              <a:spcPct val="15000"/>
            </a:spcAft>
            <a:buChar char="•"/>
          </a:pPr>
          <a:r>
            <a:rPr lang="en-US" sz="1200" kern="1200" dirty="0"/>
            <a:t>Support future extensions of your work.</a:t>
          </a:r>
        </a:p>
      </dsp:txBody>
      <dsp:txXfrm rot="-5400000">
        <a:off x="3104388" y="4090442"/>
        <a:ext cx="5482115" cy="680173"/>
      </dsp:txXfrm>
    </dsp:sp>
    <dsp:sp modelId="{313EB0B6-E6A3-AB44-8DD6-8BF3CEE5DF9C}">
      <dsp:nvSpPr>
        <dsp:cNvPr id="0" name=""/>
        <dsp:cNvSpPr/>
      </dsp:nvSpPr>
      <dsp:spPr>
        <a:xfrm>
          <a:off x="0" y="3959425"/>
          <a:ext cx="3104387" cy="942207"/>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34290" rIns="68580" bIns="34290" numCol="1" spcCol="1270" anchor="ctr" anchorCtr="0">
          <a:noAutofit/>
        </a:bodyPr>
        <a:lstStyle/>
        <a:p>
          <a:pPr marL="0" lvl="0" indent="0" algn="ctr" defTabSz="800100">
            <a:lnSpc>
              <a:spcPct val="90000"/>
            </a:lnSpc>
            <a:spcBef>
              <a:spcPct val="0"/>
            </a:spcBef>
            <a:spcAft>
              <a:spcPct val="35000"/>
            </a:spcAft>
            <a:buNone/>
          </a:pPr>
          <a:r>
            <a:rPr lang="en-US" sz="1800" b="1" kern="1200" dirty="0"/>
            <a:t>Long-term Research Value</a:t>
          </a:r>
        </a:p>
      </dsp:txBody>
      <dsp:txXfrm>
        <a:off x="45995" y="4005420"/>
        <a:ext cx="3012397" cy="85021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EF387C6-B145-4643-8A81-2DFEBD11D646}">
      <dsp:nvSpPr>
        <dsp:cNvPr id="0" name=""/>
        <dsp:cNvSpPr/>
      </dsp:nvSpPr>
      <dsp:spPr>
        <a:xfrm>
          <a:off x="835817" y="-4364"/>
          <a:ext cx="4652965" cy="4652965"/>
        </a:xfrm>
        <a:prstGeom prst="circularArrow">
          <a:avLst>
            <a:gd name="adj1" fmla="val 5274"/>
            <a:gd name="adj2" fmla="val 312630"/>
            <a:gd name="adj3" fmla="val 14258387"/>
            <a:gd name="adj4" fmla="val 17109336"/>
            <a:gd name="adj5" fmla="val 5477"/>
          </a:avLst>
        </a:prstGeom>
        <a:solidFill>
          <a:schemeClr val="accent5">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C09276A-8189-EA4B-82CB-390864BB2A4D}">
      <dsp:nvSpPr>
        <dsp:cNvPr id="0" name=""/>
        <dsp:cNvSpPr/>
      </dsp:nvSpPr>
      <dsp:spPr>
        <a:xfrm>
          <a:off x="2292976" y="1825"/>
          <a:ext cx="1738647" cy="869323"/>
        </a:xfrm>
        <a:prstGeom prst="round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a:t>Requirements gathering and analysis</a:t>
          </a:r>
        </a:p>
      </dsp:txBody>
      <dsp:txXfrm>
        <a:off x="2335413" y="44262"/>
        <a:ext cx="1653773" cy="784449"/>
      </dsp:txXfrm>
    </dsp:sp>
    <dsp:sp modelId="{F3887D88-F6B0-FF48-B42C-0D70A7CFE995}">
      <dsp:nvSpPr>
        <dsp:cNvPr id="0" name=""/>
        <dsp:cNvSpPr/>
      </dsp:nvSpPr>
      <dsp:spPr>
        <a:xfrm>
          <a:off x="3927696" y="945631"/>
          <a:ext cx="1738647" cy="869323"/>
        </a:xfrm>
        <a:prstGeom prst="roundRect">
          <a:avLst/>
        </a:prstGeom>
        <a:solidFill>
          <a:schemeClr val="accent5">
            <a:hueOff val="-2430430"/>
            <a:satOff val="-165"/>
            <a:lumOff val="392"/>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a:t>System design</a:t>
          </a:r>
        </a:p>
      </dsp:txBody>
      <dsp:txXfrm>
        <a:off x="3970133" y="988068"/>
        <a:ext cx="1653773" cy="784449"/>
      </dsp:txXfrm>
    </dsp:sp>
    <dsp:sp modelId="{97DD4BA1-49B1-3F40-B570-927DFC94100E}">
      <dsp:nvSpPr>
        <dsp:cNvPr id="0" name=""/>
        <dsp:cNvSpPr/>
      </dsp:nvSpPr>
      <dsp:spPr>
        <a:xfrm>
          <a:off x="3927696" y="2833244"/>
          <a:ext cx="1738647" cy="869323"/>
        </a:xfrm>
        <a:prstGeom prst="roundRect">
          <a:avLst/>
        </a:prstGeom>
        <a:solidFill>
          <a:schemeClr val="accent5">
            <a:hueOff val="-4860860"/>
            <a:satOff val="-330"/>
            <a:lumOff val="784"/>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a:t>Coding</a:t>
          </a:r>
        </a:p>
      </dsp:txBody>
      <dsp:txXfrm>
        <a:off x="3970133" y="2875681"/>
        <a:ext cx="1653773" cy="784449"/>
      </dsp:txXfrm>
    </dsp:sp>
    <dsp:sp modelId="{3F401BB1-4488-934F-A99D-FD1A433C1868}">
      <dsp:nvSpPr>
        <dsp:cNvPr id="0" name=""/>
        <dsp:cNvSpPr/>
      </dsp:nvSpPr>
      <dsp:spPr>
        <a:xfrm>
          <a:off x="2292976" y="3777050"/>
          <a:ext cx="1738647" cy="869323"/>
        </a:xfrm>
        <a:prstGeom prst="roundRect">
          <a:avLst/>
        </a:prstGeom>
        <a:solidFill>
          <a:schemeClr val="accent5">
            <a:hueOff val="-7291290"/>
            <a:satOff val="-496"/>
            <a:lumOff val="1177"/>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a:t>Testing</a:t>
          </a:r>
        </a:p>
      </dsp:txBody>
      <dsp:txXfrm>
        <a:off x="2335413" y="3819487"/>
        <a:ext cx="1653773" cy="784449"/>
      </dsp:txXfrm>
    </dsp:sp>
    <dsp:sp modelId="{2B6752EB-9DCC-984A-B5AF-D022F7138B27}">
      <dsp:nvSpPr>
        <dsp:cNvPr id="0" name=""/>
        <dsp:cNvSpPr/>
      </dsp:nvSpPr>
      <dsp:spPr>
        <a:xfrm>
          <a:off x="658255" y="2833244"/>
          <a:ext cx="1738647" cy="869323"/>
        </a:xfrm>
        <a:prstGeom prst="roundRect">
          <a:avLst/>
        </a:prstGeom>
        <a:solidFill>
          <a:schemeClr val="accent5">
            <a:hueOff val="-9721720"/>
            <a:satOff val="-661"/>
            <a:lumOff val="156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a:t>Deployment</a:t>
          </a:r>
        </a:p>
      </dsp:txBody>
      <dsp:txXfrm>
        <a:off x="700692" y="2875681"/>
        <a:ext cx="1653773" cy="784449"/>
      </dsp:txXfrm>
    </dsp:sp>
    <dsp:sp modelId="{7F55557B-E1B0-DF42-95CA-F4B478314382}">
      <dsp:nvSpPr>
        <dsp:cNvPr id="0" name=""/>
        <dsp:cNvSpPr/>
      </dsp:nvSpPr>
      <dsp:spPr>
        <a:xfrm>
          <a:off x="658255" y="945631"/>
          <a:ext cx="1738647" cy="869323"/>
        </a:xfrm>
        <a:prstGeom prst="roundRect">
          <a:avLst/>
        </a:prstGeom>
        <a:solidFill>
          <a:schemeClr val="accent5">
            <a:hueOff val="-12152150"/>
            <a:satOff val="-826"/>
            <a:lumOff val="196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a:t>Maintenance and support</a:t>
          </a:r>
        </a:p>
      </dsp:txBody>
      <dsp:txXfrm>
        <a:off x="700692" y="988068"/>
        <a:ext cx="1653773" cy="784449"/>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05BD84C-D465-3B4D-8067-F324C3C504B7}">
      <dsp:nvSpPr>
        <dsp:cNvPr id="0" name=""/>
        <dsp:cNvSpPr/>
      </dsp:nvSpPr>
      <dsp:spPr>
        <a:xfrm>
          <a:off x="0" y="119769"/>
          <a:ext cx="8010833" cy="54054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kern="1200" dirty="0"/>
            <a:t>Step 1: </a:t>
          </a:r>
          <a:r>
            <a:rPr lang="en-US" sz="2100" kern="1200" dirty="0">
              <a:latin typeface="Consolas" panose="020B0609020204030204" pitchFamily="49" charset="0"/>
              <a:cs typeface="Consolas" panose="020B0609020204030204" pitchFamily="49" charset="0"/>
            </a:rPr>
            <a:t>git add </a:t>
          </a:r>
          <a:r>
            <a:rPr lang="en-US" sz="2100" kern="1200" dirty="0"/>
            <a:t>(staging)</a:t>
          </a:r>
          <a:endParaRPr lang="en-CA" sz="2100" kern="1200" dirty="0"/>
        </a:p>
      </dsp:txBody>
      <dsp:txXfrm>
        <a:off x="26387" y="146156"/>
        <a:ext cx="7958059" cy="487766"/>
      </dsp:txXfrm>
    </dsp:sp>
    <dsp:sp modelId="{4DB8339B-6C22-9549-B3B4-BE5635FAD67E}">
      <dsp:nvSpPr>
        <dsp:cNvPr id="0" name=""/>
        <dsp:cNvSpPr/>
      </dsp:nvSpPr>
      <dsp:spPr>
        <a:xfrm>
          <a:off x="0" y="660309"/>
          <a:ext cx="8010833" cy="15214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4344" tIns="26670" rIns="149352" bIns="26670" numCol="1" spcCol="1270" anchor="t" anchorCtr="0">
          <a:noAutofit/>
        </a:bodyPr>
        <a:lstStyle/>
        <a:p>
          <a:pPr marL="171450" lvl="1" indent="-171450" algn="l" defTabSz="711200">
            <a:lnSpc>
              <a:spcPct val="90000"/>
            </a:lnSpc>
            <a:spcBef>
              <a:spcPct val="0"/>
            </a:spcBef>
            <a:spcAft>
              <a:spcPct val="20000"/>
            </a:spcAft>
            <a:buChar char="•"/>
          </a:pPr>
          <a:r>
            <a:rPr lang="en-US" sz="1600" kern="1200"/>
            <a:t>Select which files to include.</a:t>
          </a:r>
          <a:endParaRPr lang="en-CA" sz="1600" kern="1200"/>
        </a:p>
        <a:p>
          <a:pPr marL="171450" lvl="1" indent="-171450" algn="l" defTabSz="711200">
            <a:lnSpc>
              <a:spcPct val="90000"/>
            </a:lnSpc>
            <a:spcBef>
              <a:spcPct val="0"/>
            </a:spcBef>
            <a:spcAft>
              <a:spcPct val="20000"/>
            </a:spcAft>
            <a:buChar char="•"/>
          </a:pPr>
          <a:r>
            <a:rPr lang="en-US" sz="1600" kern="1200" dirty="0"/>
            <a:t>Can stage:</a:t>
          </a:r>
          <a:endParaRPr lang="en-CA" sz="1600" kern="1200" dirty="0"/>
        </a:p>
        <a:p>
          <a:pPr marL="342900" lvl="2" indent="-171450" algn="l" defTabSz="711200">
            <a:lnSpc>
              <a:spcPct val="90000"/>
            </a:lnSpc>
            <a:spcBef>
              <a:spcPct val="0"/>
            </a:spcBef>
            <a:spcAft>
              <a:spcPct val="20000"/>
            </a:spcAft>
            <a:buChar char="•"/>
          </a:pPr>
          <a:r>
            <a:rPr lang="en-US" sz="1600" kern="1200" dirty="0"/>
            <a:t>Specific files, for example, </a:t>
          </a:r>
          <a:r>
            <a:rPr lang="en-US" sz="1600" kern="1200" dirty="0">
              <a:latin typeface="Consolas" panose="020B0609020204030204" pitchFamily="49" charset="0"/>
              <a:cs typeface="Consolas" panose="020B0609020204030204" pitchFamily="49" charset="0"/>
            </a:rPr>
            <a:t>git add </a:t>
          </a:r>
          <a:r>
            <a:rPr lang="en-US" sz="1600" kern="1200" dirty="0" err="1">
              <a:latin typeface="Consolas" panose="020B0609020204030204" pitchFamily="49" charset="0"/>
              <a:cs typeface="Consolas" panose="020B0609020204030204" pitchFamily="49" charset="0"/>
            </a:rPr>
            <a:t>flexodeal-lite.cc</a:t>
          </a:r>
          <a:r>
            <a:rPr lang="en-US" sz="1600" kern="1200" dirty="0">
              <a:latin typeface="Consolas" panose="020B0609020204030204" pitchFamily="49" charset="0"/>
              <a:cs typeface="Consolas" panose="020B0609020204030204" pitchFamily="49" charset="0"/>
            </a:rPr>
            <a:t> </a:t>
          </a:r>
          <a:r>
            <a:rPr lang="en-US" sz="1600" kern="1200" dirty="0" err="1">
              <a:latin typeface="Consolas" panose="020B0609020204030204" pitchFamily="49" charset="0"/>
              <a:cs typeface="Consolas" panose="020B0609020204030204" pitchFamily="49" charset="0"/>
            </a:rPr>
            <a:t>parameters.prm</a:t>
          </a:r>
          <a:endParaRPr lang="en-CA" sz="1600" kern="1200" dirty="0">
            <a:latin typeface="Consolas" panose="020B0609020204030204" pitchFamily="49" charset="0"/>
            <a:cs typeface="Consolas" panose="020B0609020204030204" pitchFamily="49" charset="0"/>
          </a:endParaRPr>
        </a:p>
        <a:p>
          <a:pPr marL="342900" lvl="2" indent="-171450" algn="l" defTabSz="711200">
            <a:lnSpc>
              <a:spcPct val="90000"/>
            </a:lnSpc>
            <a:spcBef>
              <a:spcPct val="0"/>
            </a:spcBef>
            <a:spcAft>
              <a:spcPct val="20000"/>
            </a:spcAft>
            <a:buChar char="•"/>
          </a:pPr>
          <a:r>
            <a:rPr lang="en-US" sz="1600" kern="1200" dirty="0"/>
            <a:t>All files: </a:t>
          </a:r>
          <a:r>
            <a:rPr lang="en-US" sz="1600" kern="1200" dirty="0">
              <a:latin typeface="Consolas" panose="020B0609020204030204" pitchFamily="49" charset="0"/>
              <a:cs typeface="Consolas" panose="020B0609020204030204" pitchFamily="49" charset="0"/>
            </a:rPr>
            <a:t>git add . </a:t>
          </a:r>
          <a:endParaRPr lang="en-CA" sz="1600" kern="1200" dirty="0">
            <a:latin typeface="Consolas" panose="020B0609020204030204" pitchFamily="49" charset="0"/>
            <a:cs typeface="Consolas" panose="020B0609020204030204" pitchFamily="49" charset="0"/>
          </a:endParaRPr>
        </a:p>
        <a:p>
          <a:pPr marL="171450" lvl="1" indent="-171450" algn="l" defTabSz="711200">
            <a:lnSpc>
              <a:spcPct val="90000"/>
            </a:lnSpc>
            <a:spcBef>
              <a:spcPct val="0"/>
            </a:spcBef>
            <a:spcAft>
              <a:spcPct val="20000"/>
            </a:spcAft>
            <a:buChar char="•"/>
          </a:pPr>
          <a:r>
            <a:rPr lang="en-US" sz="1600" kern="1200" dirty="0"/>
            <a:t>Think: “What do I want in this update?”</a:t>
          </a:r>
          <a:endParaRPr lang="en-CA" sz="1600" kern="1200" dirty="0"/>
        </a:p>
      </dsp:txBody>
      <dsp:txXfrm>
        <a:off x="0" y="660309"/>
        <a:ext cx="8010833" cy="1521450"/>
      </dsp:txXfrm>
    </dsp:sp>
    <dsp:sp modelId="{14EA7013-1289-2240-AE2E-E62F9F5713AD}">
      <dsp:nvSpPr>
        <dsp:cNvPr id="0" name=""/>
        <dsp:cNvSpPr/>
      </dsp:nvSpPr>
      <dsp:spPr>
        <a:xfrm>
          <a:off x="0" y="2181759"/>
          <a:ext cx="8010833" cy="54054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kern="1200" dirty="0"/>
            <a:t>Step 2: </a:t>
          </a:r>
          <a:r>
            <a:rPr lang="en-US" sz="2100" kern="1200" dirty="0">
              <a:latin typeface="Consolas" panose="020B0609020204030204" pitchFamily="49" charset="0"/>
              <a:cs typeface="Consolas" panose="020B0609020204030204" pitchFamily="49" charset="0"/>
            </a:rPr>
            <a:t>git commit </a:t>
          </a:r>
          <a:r>
            <a:rPr lang="en-US" sz="2100" kern="1200" dirty="0"/>
            <a:t>(local save)</a:t>
          </a:r>
        </a:p>
      </dsp:txBody>
      <dsp:txXfrm>
        <a:off x="26387" y="2208146"/>
        <a:ext cx="7958059" cy="487766"/>
      </dsp:txXfrm>
    </dsp:sp>
    <dsp:sp modelId="{514EC3EA-F08E-3744-B3ED-176DD006FFB7}">
      <dsp:nvSpPr>
        <dsp:cNvPr id="0" name=""/>
        <dsp:cNvSpPr/>
      </dsp:nvSpPr>
      <dsp:spPr>
        <a:xfrm>
          <a:off x="0" y="2722299"/>
          <a:ext cx="8010833" cy="9128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4344" tIns="26670" rIns="149352" bIns="26670" numCol="1" spcCol="1270" anchor="t" anchorCtr="0">
          <a:noAutofit/>
        </a:bodyPr>
        <a:lstStyle/>
        <a:p>
          <a:pPr marL="171450" lvl="1" indent="-171450" algn="l" defTabSz="711200">
            <a:lnSpc>
              <a:spcPct val="90000"/>
            </a:lnSpc>
            <a:spcBef>
              <a:spcPct val="0"/>
            </a:spcBef>
            <a:spcAft>
              <a:spcPct val="20000"/>
            </a:spcAft>
            <a:buChar char="•"/>
          </a:pPr>
          <a:r>
            <a:rPr lang="en-US" sz="1600" kern="1200" dirty="0"/>
            <a:t>Creates a snapshot of staged changes.</a:t>
          </a:r>
        </a:p>
        <a:p>
          <a:pPr marL="171450" lvl="1" indent="-171450" algn="l" defTabSz="711200">
            <a:lnSpc>
              <a:spcPct val="90000"/>
            </a:lnSpc>
            <a:spcBef>
              <a:spcPct val="0"/>
            </a:spcBef>
            <a:spcAft>
              <a:spcPct val="20000"/>
            </a:spcAft>
            <a:buChar char="•"/>
          </a:pPr>
          <a:r>
            <a:rPr lang="en-US" sz="1600" kern="1200" dirty="0"/>
            <a:t>Write clear, concise messages: </a:t>
          </a:r>
          <a:r>
            <a:rPr lang="en-US" sz="1600" kern="1200" dirty="0">
              <a:latin typeface="Consolas" panose="020B0609020204030204" pitchFamily="49" charset="0"/>
              <a:cs typeface="Consolas" panose="020B0609020204030204" pitchFamily="49" charset="0"/>
            </a:rPr>
            <a:t>git commit -m “Added intramuscular fat”</a:t>
          </a:r>
        </a:p>
        <a:p>
          <a:pPr marL="171450" lvl="1" indent="-171450" algn="l" defTabSz="711200">
            <a:lnSpc>
              <a:spcPct val="90000"/>
            </a:lnSpc>
            <a:spcBef>
              <a:spcPct val="0"/>
            </a:spcBef>
            <a:spcAft>
              <a:spcPct val="20000"/>
            </a:spcAft>
            <a:buChar char="•"/>
          </a:pPr>
          <a:r>
            <a:rPr lang="en-US" sz="1600" kern="1200" dirty="0">
              <a:latin typeface="+mn-lt"/>
              <a:cs typeface="Consolas" panose="020B0609020204030204" pitchFamily="49" charset="0"/>
            </a:rPr>
            <a:t>Think: “What did I change and why?”</a:t>
          </a:r>
        </a:p>
      </dsp:txBody>
      <dsp:txXfrm>
        <a:off x="0" y="2722299"/>
        <a:ext cx="8010833" cy="912870"/>
      </dsp:txXfrm>
    </dsp:sp>
    <dsp:sp modelId="{8CD573B1-3D85-E947-93CF-A23730B27274}">
      <dsp:nvSpPr>
        <dsp:cNvPr id="0" name=""/>
        <dsp:cNvSpPr/>
      </dsp:nvSpPr>
      <dsp:spPr>
        <a:xfrm>
          <a:off x="0" y="3635169"/>
          <a:ext cx="8010833" cy="54054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kern="1200" dirty="0"/>
            <a:t>Step 3: </a:t>
          </a:r>
          <a:r>
            <a:rPr lang="en-US" sz="2100" kern="1200" dirty="0">
              <a:latin typeface="Consolas" panose="020B0609020204030204" pitchFamily="49" charset="0"/>
              <a:cs typeface="Consolas" panose="020B0609020204030204" pitchFamily="49" charset="0"/>
            </a:rPr>
            <a:t>git push </a:t>
          </a:r>
          <a:r>
            <a:rPr lang="en-US" sz="2100" kern="1200" dirty="0"/>
            <a:t>(Share)</a:t>
          </a:r>
        </a:p>
      </dsp:txBody>
      <dsp:txXfrm>
        <a:off x="26387" y="3661556"/>
        <a:ext cx="7958059" cy="487766"/>
      </dsp:txXfrm>
    </dsp:sp>
    <dsp:sp modelId="{83D97647-4EC5-1443-8644-646D17ACB953}">
      <dsp:nvSpPr>
        <dsp:cNvPr id="0" name=""/>
        <dsp:cNvSpPr/>
      </dsp:nvSpPr>
      <dsp:spPr>
        <a:xfrm>
          <a:off x="0" y="4175709"/>
          <a:ext cx="8010833" cy="6085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4344" tIns="26670" rIns="149352" bIns="26670" numCol="1" spcCol="1270" anchor="t" anchorCtr="0">
          <a:noAutofit/>
        </a:bodyPr>
        <a:lstStyle/>
        <a:p>
          <a:pPr marL="171450" lvl="1" indent="-171450" algn="l" defTabSz="711200">
            <a:lnSpc>
              <a:spcPct val="90000"/>
            </a:lnSpc>
            <a:spcBef>
              <a:spcPct val="0"/>
            </a:spcBef>
            <a:spcAft>
              <a:spcPct val="20000"/>
            </a:spcAft>
            <a:buChar char="•"/>
          </a:pPr>
          <a:r>
            <a:rPr lang="en-US" sz="1600" kern="1200" dirty="0"/>
            <a:t>Upload commits to GitHub.</a:t>
          </a:r>
        </a:p>
        <a:p>
          <a:pPr marL="171450" lvl="1" indent="-171450" algn="l" defTabSz="711200">
            <a:lnSpc>
              <a:spcPct val="90000"/>
            </a:lnSpc>
            <a:spcBef>
              <a:spcPct val="0"/>
            </a:spcBef>
            <a:spcAft>
              <a:spcPct val="20000"/>
            </a:spcAft>
            <a:buChar char="•"/>
          </a:pPr>
          <a:r>
            <a:rPr lang="en-US" sz="1600" kern="1200" dirty="0"/>
            <a:t>Makes changes visible to collaborators.</a:t>
          </a:r>
        </a:p>
      </dsp:txBody>
      <dsp:txXfrm>
        <a:off x="0" y="4175709"/>
        <a:ext cx="8010833" cy="60858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FD9E992-D7DE-C746-B975-A63C994C13FF}">
      <dsp:nvSpPr>
        <dsp:cNvPr id="0" name=""/>
        <dsp:cNvSpPr/>
      </dsp:nvSpPr>
      <dsp:spPr>
        <a:xfrm>
          <a:off x="0" y="295992"/>
          <a:ext cx="9409471" cy="617399"/>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30279" tIns="291592" rIns="730279" bIns="99568" numCol="1" spcCol="1270" anchor="t" anchorCtr="0">
          <a:noAutofit/>
        </a:bodyPr>
        <a:lstStyle/>
        <a:p>
          <a:pPr marL="114300" lvl="1" indent="-114300" algn="l" defTabSz="622300">
            <a:lnSpc>
              <a:spcPct val="90000"/>
            </a:lnSpc>
            <a:spcBef>
              <a:spcPct val="0"/>
            </a:spcBef>
            <a:spcAft>
              <a:spcPct val="15000"/>
            </a:spcAft>
            <a:buChar char="•"/>
          </a:pPr>
          <a:r>
            <a:rPr lang="en-US" sz="1400" kern="1200"/>
            <a:t>Use meaningful names for your variables and keep a simple structure.</a:t>
          </a:r>
        </a:p>
      </dsp:txBody>
      <dsp:txXfrm>
        <a:off x="0" y="295992"/>
        <a:ext cx="9409471" cy="617399"/>
      </dsp:txXfrm>
    </dsp:sp>
    <dsp:sp modelId="{F76BFFF8-B468-234D-BF41-F4024B35354E}">
      <dsp:nvSpPr>
        <dsp:cNvPr id="0" name=""/>
        <dsp:cNvSpPr/>
      </dsp:nvSpPr>
      <dsp:spPr>
        <a:xfrm>
          <a:off x="470473" y="89352"/>
          <a:ext cx="6586629" cy="413279"/>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8959" tIns="0" rIns="248959" bIns="0" numCol="1" spcCol="1270" anchor="ctr" anchorCtr="0">
          <a:noAutofit/>
        </a:bodyPr>
        <a:lstStyle/>
        <a:p>
          <a:pPr marL="0" lvl="0" indent="0" algn="l" defTabSz="622300">
            <a:lnSpc>
              <a:spcPct val="90000"/>
            </a:lnSpc>
            <a:spcBef>
              <a:spcPct val="0"/>
            </a:spcBef>
            <a:spcAft>
              <a:spcPct val="35000"/>
            </a:spcAft>
            <a:buNone/>
          </a:pPr>
          <a:r>
            <a:rPr lang="en-US" sz="1400" kern="1200" dirty="0"/>
            <a:t>Write clear, readable code</a:t>
          </a:r>
        </a:p>
      </dsp:txBody>
      <dsp:txXfrm>
        <a:off x="490648" y="109527"/>
        <a:ext cx="6546279" cy="372929"/>
      </dsp:txXfrm>
    </dsp:sp>
    <dsp:sp modelId="{EE7BE085-3B9C-1943-B870-1A3D957EEF54}">
      <dsp:nvSpPr>
        <dsp:cNvPr id="0" name=""/>
        <dsp:cNvSpPr/>
      </dsp:nvSpPr>
      <dsp:spPr>
        <a:xfrm>
          <a:off x="0" y="1195632"/>
          <a:ext cx="9409471" cy="617399"/>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30279" tIns="291592" rIns="730279" bIns="99568" numCol="1" spcCol="1270" anchor="t" anchorCtr="0">
          <a:noAutofit/>
        </a:bodyPr>
        <a:lstStyle/>
        <a:p>
          <a:pPr marL="114300" lvl="1" indent="-114300" algn="l" defTabSz="622300">
            <a:lnSpc>
              <a:spcPct val="90000"/>
            </a:lnSpc>
            <a:spcBef>
              <a:spcPct val="0"/>
            </a:spcBef>
            <a:spcAft>
              <a:spcPct val="15000"/>
            </a:spcAft>
            <a:buChar char="•"/>
          </a:pPr>
          <a:r>
            <a:rPr lang="en-US" sz="1400" kern="1200"/>
            <a:t>One feature or fix per commit.</a:t>
          </a:r>
        </a:p>
      </dsp:txBody>
      <dsp:txXfrm>
        <a:off x="0" y="1195632"/>
        <a:ext cx="9409471" cy="617399"/>
      </dsp:txXfrm>
    </dsp:sp>
    <dsp:sp modelId="{9BC70C08-8543-5F4D-BB14-EC1970A8EA5A}">
      <dsp:nvSpPr>
        <dsp:cNvPr id="0" name=""/>
        <dsp:cNvSpPr/>
      </dsp:nvSpPr>
      <dsp:spPr>
        <a:xfrm>
          <a:off x="470473" y="988992"/>
          <a:ext cx="6586629" cy="413279"/>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8959" tIns="0" rIns="248959" bIns="0" numCol="1" spcCol="1270" anchor="ctr" anchorCtr="0">
          <a:noAutofit/>
        </a:bodyPr>
        <a:lstStyle/>
        <a:p>
          <a:pPr marL="0" lvl="0" indent="0" algn="l" defTabSz="622300">
            <a:lnSpc>
              <a:spcPct val="90000"/>
            </a:lnSpc>
            <a:spcBef>
              <a:spcPct val="0"/>
            </a:spcBef>
            <a:spcAft>
              <a:spcPct val="35000"/>
            </a:spcAft>
            <a:buNone/>
          </a:pPr>
          <a:r>
            <a:rPr lang="en-US" sz="1400" kern="1200"/>
            <a:t>Keep changes small and focused.</a:t>
          </a:r>
        </a:p>
      </dsp:txBody>
      <dsp:txXfrm>
        <a:off x="490648" y="1009167"/>
        <a:ext cx="6546279" cy="372929"/>
      </dsp:txXfrm>
    </dsp:sp>
    <dsp:sp modelId="{DFAE381D-2C81-1948-8A07-8065ACA96347}">
      <dsp:nvSpPr>
        <dsp:cNvPr id="0" name=""/>
        <dsp:cNvSpPr/>
      </dsp:nvSpPr>
      <dsp:spPr>
        <a:xfrm>
          <a:off x="0" y="2095272"/>
          <a:ext cx="9409471" cy="617399"/>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30279" tIns="291592" rIns="730279" bIns="99568" numCol="1" spcCol="1270" anchor="t" anchorCtr="0">
          <a:noAutofit/>
        </a:bodyPr>
        <a:lstStyle/>
        <a:p>
          <a:pPr marL="114300" lvl="1" indent="-114300" algn="l" defTabSz="622300">
            <a:lnSpc>
              <a:spcPct val="90000"/>
            </a:lnSpc>
            <a:spcBef>
              <a:spcPct val="0"/>
            </a:spcBef>
            <a:spcAft>
              <a:spcPct val="15000"/>
            </a:spcAft>
            <a:buChar char="•"/>
          </a:pPr>
          <a:r>
            <a:rPr lang="en-US" sz="1400" kern="1200"/>
            <a:t>Explain what your code does and why.</a:t>
          </a:r>
        </a:p>
      </dsp:txBody>
      <dsp:txXfrm>
        <a:off x="0" y="2095272"/>
        <a:ext cx="9409471" cy="617399"/>
      </dsp:txXfrm>
    </dsp:sp>
    <dsp:sp modelId="{95C48325-DC9C-644A-8424-12DB0973E816}">
      <dsp:nvSpPr>
        <dsp:cNvPr id="0" name=""/>
        <dsp:cNvSpPr/>
      </dsp:nvSpPr>
      <dsp:spPr>
        <a:xfrm>
          <a:off x="470473" y="1888632"/>
          <a:ext cx="6586629" cy="413279"/>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8959" tIns="0" rIns="248959" bIns="0" numCol="1" spcCol="1270" anchor="ctr" anchorCtr="0">
          <a:noAutofit/>
        </a:bodyPr>
        <a:lstStyle/>
        <a:p>
          <a:pPr marL="0" lvl="0" indent="0" algn="l" defTabSz="622300">
            <a:lnSpc>
              <a:spcPct val="90000"/>
            </a:lnSpc>
            <a:spcBef>
              <a:spcPct val="0"/>
            </a:spcBef>
            <a:spcAft>
              <a:spcPct val="35000"/>
            </a:spcAft>
            <a:buNone/>
          </a:pPr>
          <a:r>
            <a:rPr lang="en-US" sz="1400" kern="1200"/>
            <a:t>Document your work</a:t>
          </a:r>
        </a:p>
      </dsp:txBody>
      <dsp:txXfrm>
        <a:off x="490648" y="1908807"/>
        <a:ext cx="6546279" cy="372929"/>
      </dsp:txXfrm>
    </dsp:sp>
    <dsp:sp modelId="{E1AE3736-F57C-844D-A0EB-AB67E7CD1BF1}">
      <dsp:nvSpPr>
        <dsp:cNvPr id="0" name=""/>
        <dsp:cNvSpPr/>
      </dsp:nvSpPr>
      <dsp:spPr>
        <a:xfrm>
          <a:off x="0" y="2994912"/>
          <a:ext cx="9409471" cy="617399"/>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30279" tIns="291592" rIns="730279" bIns="99568" numCol="1" spcCol="1270" anchor="t" anchorCtr="0">
          <a:noAutofit/>
        </a:bodyPr>
        <a:lstStyle/>
        <a:p>
          <a:pPr marL="114300" lvl="1" indent="-114300" algn="l" defTabSz="622300">
            <a:lnSpc>
              <a:spcPct val="90000"/>
            </a:lnSpc>
            <a:spcBef>
              <a:spcPct val="0"/>
            </a:spcBef>
            <a:spcAft>
              <a:spcPct val="15000"/>
            </a:spcAft>
            <a:buChar char="•"/>
          </a:pPr>
          <a:r>
            <a:rPr lang="en-US" sz="1400" kern="1200"/>
            <a:t>Verify (and, if possible, benchmark) your results and avoid breaking existing functionality.</a:t>
          </a:r>
        </a:p>
      </dsp:txBody>
      <dsp:txXfrm>
        <a:off x="0" y="2994912"/>
        <a:ext cx="9409471" cy="617399"/>
      </dsp:txXfrm>
    </dsp:sp>
    <dsp:sp modelId="{4B9640E5-79FB-4844-AA32-A3BBFE6BD4BE}">
      <dsp:nvSpPr>
        <dsp:cNvPr id="0" name=""/>
        <dsp:cNvSpPr/>
      </dsp:nvSpPr>
      <dsp:spPr>
        <a:xfrm>
          <a:off x="470473" y="2788272"/>
          <a:ext cx="6586629" cy="413279"/>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8959" tIns="0" rIns="248959" bIns="0" numCol="1" spcCol="1270" anchor="ctr" anchorCtr="0">
          <a:noAutofit/>
        </a:bodyPr>
        <a:lstStyle/>
        <a:p>
          <a:pPr marL="0" lvl="0" indent="0" algn="l" defTabSz="622300">
            <a:lnSpc>
              <a:spcPct val="90000"/>
            </a:lnSpc>
            <a:spcBef>
              <a:spcPct val="0"/>
            </a:spcBef>
            <a:spcAft>
              <a:spcPct val="35000"/>
            </a:spcAft>
            <a:buNone/>
          </a:pPr>
          <a:r>
            <a:rPr lang="en-US" sz="1400" kern="1200"/>
            <a:t>Test your code</a:t>
          </a:r>
        </a:p>
      </dsp:txBody>
      <dsp:txXfrm>
        <a:off x="490648" y="2808447"/>
        <a:ext cx="6546279" cy="372929"/>
      </dsp:txXfrm>
    </dsp:sp>
    <dsp:sp modelId="{2422257B-C9A5-5149-BC8D-B60932DD0EDE}">
      <dsp:nvSpPr>
        <dsp:cNvPr id="0" name=""/>
        <dsp:cNvSpPr/>
      </dsp:nvSpPr>
      <dsp:spPr>
        <a:xfrm>
          <a:off x="0" y="3894552"/>
          <a:ext cx="9409471" cy="617399"/>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30279" tIns="291592" rIns="730279" bIns="99568" numCol="1" spcCol="1270" anchor="t" anchorCtr="0">
          <a:noAutofit/>
        </a:bodyPr>
        <a:lstStyle/>
        <a:p>
          <a:pPr marL="114300" lvl="1" indent="-114300" algn="l" defTabSz="622300">
            <a:lnSpc>
              <a:spcPct val="90000"/>
            </a:lnSpc>
            <a:spcBef>
              <a:spcPct val="0"/>
            </a:spcBef>
            <a:spcAft>
              <a:spcPct val="15000"/>
            </a:spcAft>
            <a:buChar char="•"/>
          </a:pPr>
          <a:r>
            <a:rPr lang="en-US" sz="1400" kern="1200"/>
            <a:t>Track changes and work safely with others.</a:t>
          </a:r>
        </a:p>
      </dsp:txBody>
      <dsp:txXfrm>
        <a:off x="0" y="3894552"/>
        <a:ext cx="9409471" cy="617399"/>
      </dsp:txXfrm>
    </dsp:sp>
    <dsp:sp modelId="{5438DEAF-05DC-2C44-9747-BA968E21B636}">
      <dsp:nvSpPr>
        <dsp:cNvPr id="0" name=""/>
        <dsp:cNvSpPr/>
      </dsp:nvSpPr>
      <dsp:spPr>
        <a:xfrm>
          <a:off x="470473" y="3687912"/>
          <a:ext cx="6586629" cy="413279"/>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8959" tIns="0" rIns="248959" bIns="0" numCol="1" spcCol="1270" anchor="ctr" anchorCtr="0">
          <a:noAutofit/>
        </a:bodyPr>
        <a:lstStyle/>
        <a:p>
          <a:pPr marL="0" lvl="0" indent="0" algn="l" defTabSz="622300">
            <a:lnSpc>
              <a:spcPct val="90000"/>
            </a:lnSpc>
            <a:spcBef>
              <a:spcPct val="0"/>
            </a:spcBef>
            <a:spcAft>
              <a:spcPct val="35000"/>
            </a:spcAft>
            <a:buNone/>
          </a:pPr>
          <a:r>
            <a:rPr lang="en-US" sz="1400" kern="1200"/>
            <a:t>Use version control (Git)</a:t>
          </a:r>
        </a:p>
      </dsp:txBody>
      <dsp:txXfrm>
        <a:off x="490648" y="3708087"/>
        <a:ext cx="6546279" cy="372929"/>
      </dsp:txXfrm>
    </dsp:sp>
    <dsp:sp modelId="{C3B80474-9875-914B-83F8-56C17537AC8A}">
      <dsp:nvSpPr>
        <dsp:cNvPr id="0" name=""/>
        <dsp:cNvSpPr/>
      </dsp:nvSpPr>
      <dsp:spPr>
        <a:xfrm>
          <a:off x="0" y="4794191"/>
          <a:ext cx="9409471" cy="617399"/>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30279" tIns="291592" rIns="730279" bIns="99568" numCol="1" spcCol="1270" anchor="t" anchorCtr="0">
          <a:noAutofit/>
        </a:bodyPr>
        <a:lstStyle/>
        <a:p>
          <a:pPr marL="114300" lvl="1" indent="-114300" algn="l" defTabSz="622300">
            <a:lnSpc>
              <a:spcPct val="90000"/>
            </a:lnSpc>
            <a:spcBef>
              <a:spcPct val="0"/>
            </a:spcBef>
            <a:spcAft>
              <a:spcPct val="15000"/>
            </a:spcAft>
            <a:buChar char="•"/>
          </a:pPr>
          <a:r>
            <a:rPr lang="en-US" sz="1400" kern="1200"/>
            <a:t>Build on existing code instead of rewriting (unless you have a very good reason to do so).</a:t>
          </a:r>
        </a:p>
      </dsp:txBody>
      <dsp:txXfrm>
        <a:off x="0" y="4794191"/>
        <a:ext cx="9409471" cy="617399"/>
      </dsp:txXfrm>
    </dsp:sp>
    <dsp:sp modelId="{68C7D4D9-C02D-2148-9E5A-5A7C7A99AC62}">
      <dsp:nvSpPr>
        <dsp:cNvPr id="0" name=""/>
        <dsp:cNvSpPr/>
      </dsp:nvSpPr>
      <dsp:spPr>
        <a:xfrm>
          <a:off x="470473" y="4587552"/>
          <a:ext cx="6586629" cy="413279"/>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8959" tIns="0" rIns="248959" bIns="0" numCol="1" spcCol="1270" anchor="ctr" anchorCtr="0">
          <a:noAutofit/>
        </a:bodyPr>
        <a:lstStyle/>
        <a:p>
          <a:pPr marL="0" lvl="0" indent="0" algn="l" defTabSz="622300">
            <a:lnSpc>
              <a:spcPct val="90000"/>
            </a:lnSpc>
            <a:spcBef>
              <a:spcPct val="0"/>
            </a:spcBef>
            <a:spcAft>
              <a:spcPct val="35000"/>
            </a:spcAft>
            <a:buNone/>
          </a:pPr>
          <a:r>
            <a:rPr lang="en-US" sz="1400" kern="1200"/>
            <a:t>Reuse, don't duplicate</a:t>
          </a:r>
        </a:p>
      </dsp:txBody>
      <dsp:txXfrm>
        <a:off x="490648" y="4607727"/>
        <a:ext cx="6546279" cy="372929"/>
      </dsp:txXfrm>
    </dsp:sp>
  </dsp:spTree>
</dsp:drawing>
</file>

<file path=ppt/diagrams/layout1.xml><?xml version="1.0" encoding="utf-8"?>
<dgm:layoutDef xmlns:dgm="http://schemas.openxmlformats.org/drawingml/2006/diagram" xmlns:a="http://schemas.openxmlformats.org/drawingml/2006/main" uniqueId="urn:microsoft.com/office/officeart/2005/8/layout/vList4">
  <dgm:title val=""/>
  <dgm:desc val=""/>
  <dgm:catLst>
    <dgm:cat type="list" pri="13000"/>
    <dgm:cat type="picture" pri="26000"/>
    <dgm:cat type="pictureconvert" pri="26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resizeHandles val="exact"/>
    </dgm:varLst>
    <dgm:alg type="lin">
      <dgm:param type="linDir" val="fromT"/>
      <dgm:param type="vertAlign" val="t"/>
    </dgm:alg>
    <dgm:shape xmlns:r="http://schemas.openxmlformats.org/officeDocument/2006/relationships" r:blip="">
      <dgm:adjLst/>
    </dgm:shape>
    <dgm:presOf/>
    <dgm:constrLst>
      <dgm:constr type="w" for="ch" forName="comp" refType="w"/>
      <dgm:constr type="h" for="ch" forName="comp" refType="h"/>
      <dgm:constr type="h" for="ch" forName="spacer" refType="h" refFor="ch" refForName="comp" op="equ" fact="0.1"/>
      <dgm:constr type="primFontSz" for="des" forName="text" op="equ" val="65"/>
    </dgm:constrLst>
    <dgm:ruleLst/>
    <dgm:forEach name="Name0" axis="ch" ptType="node">
      <dgm:layoutNode name="comp" styleLbl="node1">
        <dgm:alg type="composite"/>
        <dgm:shape xmlns:r="http://schemas.openxmlformats.org/officeDocument/2006/relationships" r:blip="">
          <dgm:adjLst/>
        </dgm:shape>
        <dgm:presOf/>
        <dgm:choose name="Name1">
          <dgm:if name="Name2" func="var" arg="dir" op="equ" val="norm">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l" for="ch" forName="img" refType="h" refFor="ch" refForName="box" fact="0.1"/>
              <dgm:constr type="h" for="ch" forName="text" refType="h"/>
              <dgm:constr type="l" for="ch" forName="text" refType="r" refFor="ch" refForName="img"/>
              <dgm:constr type="r" for="ch" forName="text" refType="w"/>
            </dgm:constrLst>
          </dgm:if>
          <dgm:else name="Name3">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r" for="ch" forName="img" refType="w" refFor="ch" refForName="box"/>
              <dgm:constr type="rOff" for="ch" forName="img" refType="h" refFor="ch" refForName="box" fact="-0.1"/>
              <dgm:constr type="h" for="ch" forName="text" refType="h"/>
              <dgm:constr type="r" for="ch" forName="text" refType="l" refFor="ch" refForName="img"/>
              <dgm:constr type="l" for="ch" forName="text"/>
            </dgm:constrLst>
          </dgm:else>
        </dgm:choose>
        <dgm:ruleLst/>
        <dgm:layoutNode name="box" styleLbl="node1">
          <dgm:alg type="sp"/>
          <dgm:shape xmlns:r="http://schemas.openxmlformats.org/officeDocument/2006/relationships" type="roundRect" r:blip="">
            <dgm:adjLst>
              <dgm:adj idx="1" val="0.1"/>
            </dgm:adjLst>
          </dgm:shape>
          <dgm:presOf axis="desOrSelf" ptType="node"/>
          <dgm:constrLst/>
          <dgm:ruleLst/>
        </dgm:layoutNode>
        <dgm:layoutNode name="img" styleLbl="fgImgPlace1">
          <dgm:alg type="sp"/>
          <dgm:shape xmlns:r="http://schemas.openxmlformats.org/officeDocument/2006/relationships" type="roundRect" r:blip="" blipPhldr="1">
            <dgm:adjLst>
              <dgm:adj idx="1" val="0.1"/>
            </dgm:adjLst>
          </dgm:shape>
          <dgm:presOf/>
          <dgm:constrLst/>
          <dgm:ruleLst/>
        </dgm:layoutNode>
        <dgm:layoutNode name="text">
          <dgm:varLst>
            <dgm:bulletEnabled val="1"/>
          </dgm:varLst>
          <dgm:alg type="tx">
            <dgm:param type="parTxLTRAlign" val="l"/>
            <dgm:param type="parTxRTLAlign" val="r"/>
          </dgm:alg>
          <dgm:shape xmlns:r="http://schemas.openxmlformats.org/officeDocument/2006/relationships" type="rect" r:blip="" hideGeom="1">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name="Name4" axis="followSib" ptType="sibTrans" cnt="1">
        <dgm:layoutNode name="spacer">
          <dgm:alg type="sp"/>
          <dgm:shape xmlns:r="http://schemas.openxmlformats.org/officeDocument/2006/relationships" r:blip="">
            <dgm:adjLst/>
          </dgm:shape>
          <dgm:presOf axis="sel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cycle3">
  <dgm:title val=""/>
  <dgm:desc val=""/>
  <dgm:catLst>
    <dgm:cat type="cycle" pri="5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val="exact"/>
    </dgm:varLst>
    <dgm:choose name="Name1">
      <dgm:if name="Name2" axis="ch" ptType="node" func="cnt" op="equ" val="2">
        <dgm:alg type="composite">
          <dgm:param type="ar" val="0.9"/>
        </dgm:alg>
        <dgm:shape xmlns:r="http://schemas.openxmlformats.org/officeDocument/2006/relationships" r:blip="">
          <dgm:adjLst/>
        </dgm:shape>
        <dgm:presOf/>
        <dgm:constrLst>
          <dgm:constr type="primFontSz" for="ch" ptType="node" op="equ" val="65"/>
          <dgm:constr type="ctrX" for="ch" forName="node1" refType="w" fact="0.5"/>
          <dgm:constr type="t" for="ch" forName="node1"/>
          <dgm:constr type="w" for="ch" forName="node1" refType="w" fact="0.8"/>
          <dgm:constr type="h" for="ch" forName="node1" refType="w" refFor="ch" refForName="node1" fact="0.5"/>
          <dgm:constr type="ctrX" for="ch" forName="sibTrans" refType="w" fact="0.5"/>
          <dgm:constr type="t" for="ch" forName="sibTrans"/>
          <dgm:constr type="w" for="ch" forName="sibTrans" refType="w" fact="0.8"/>
          <dgm:constr type="h" for="ch" forName="sibTrans" refType="w" refFor="ch" refForName="node1" fact="0.5"/>
          <dgm:constr type="userA" for="ch" forName="sibTrans" refType="w" fact="1.07"/>
          <dgm:constr type="ctrX" for="ch" forName="node2" refType="w" fact="0.5"/>
          <dgm:constr type="b" for="ch" forName="node2" refType="h"/>
          <dgm:constr type="w" for="ch" forName="node2" refType="w" fact="0.8"/>
          <dgm:constr type="h" for="ch" forName="node2" refType="w" refFor="ch" refForName="node1" fact="0.5"/>
          <dgm:constr type="l" for="ch" forName="sp1"/>
          <dgm:constr type="t" for="ch" forName="sp1" refType="h" fact="0.5"/>
          <dgm:constr type="w" for="ch" forName="sp1" val="1"/>
          <dgm:constr type="h" for="ch" forName="sp1" val="1"/>
          <dgm:constr type="r" for="ch" forName="sp2" refType="w"/>
          <dgm:constr type="t" for="ch" forName="sp2" refType="h" fact="0.5"/>
          <dgm:constr type="w" for="ch" forName="sp2" val="1"/>
          <dgm:constr type="h" for="ch" forName="sp2" val="1"/>
        </dgm:constrLst>
        <dgm:ruleLst/>
      </dgm:if>
      <dgm:else name="Name3">
        <dgm:alg type="composite"/>
        <dgm:shape xmlns:r="http://schemas.openxmlformats.org/officeDocument/2006/relationships" r:blip="">
          <dgm:adjLst/>
        </dgm:shape>
        <dgm:presOf/>
        <dgm:constrLst>
          <dgm:constr type="primFontSz" for="ch" ptType="node" op="equ" val="65"/>
        </dgm:constrLst>
        <dgm:ruleLst/>
      </dgm:else>
    </dgm:choose>
    <dgm:choose name="Name4">
      <dgm:if name="Name5" axis="ch" ptType="node" func="cnt" op="equ" val="2">
        <dgm:layoutNode name="node1">
          <dgm:varLst>
            <dgm:bulletEnabled val="1"/>
          </dgm:varLst>
          <dgm:alg type="tx"/>
          <dgm:shape xmlns:r="http://schemas.openxmlformats.org/officeDocument/2006/relationships" type="roundRect" r:blip="">
            <dgm:adjLst/>
          </dgm:shape>
          <dgm:presOf axis="ch desOrSelf"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sibTrans" styleLbl="bgShp">
          <dgm:choose name="Name6">
            <dgm:if name="Name7" func="var" arg="dir" op="equ" val="norm">
              <dgm:alg type="conn">
                <dgm:param type="connRout" val="longCurve"/>
                <dgm:param type="begPts" val="midR"/>
                <dgm:param type="endPts" val="midL"/>
                <dgm:param type="dstNode" val="node1"/>
              </dgm:alg>
              <dgm:shape xmlns:r="http://schemas.openxmlformats.org/officeDocument/2006/relationships" type="conn" r:blip="" zOrderOff="-2">
                <dgm:adjLst/>
              </dgm:shape>
              <dgm:presOf axis="ch" ptType="sibTrans"/>
              <dgm:constrLst>
                <dgm:constr type="userA"/>
                <dgm:constr type="diam" refType="userA" fact="-1"/>
                <dgm:constr type="wArH" refType="userA" fact="0.05"/>
                <dgm:constr type="hArH" refType="userA" fact="0.1"/>
                <dgm:constr type="stemThick" refType="userA" fact="0.06"/>
                <dgm:constr type="begPad" refType="connDist" fact="-0.2"/>
                <dgm:constr type="endPad" refType="connDist" fact="0.05"/>
              </dgm:constrLst>
            </dgm:if>
            <dgm:else name="Name8">
              <dgm:alg type="conn">
                <dgm:param type="connRout" val="longCurve"/>
                <dgm:param type="begPts" val="midL"/>
                <dgm:param type="endPts" val="midR"/>
                <dgm:param type="dstNode" val="node1"/>
              </dgm:alg>
              <dgm:shape xmlns:r="http://schemas.openxmlformats.org/officeDocument/2006/relationships" type="conn" r:blip="" zOrderOff="-2">
                <dgm:adjLst/>
              </dgm:shape>
              <dgm:presOf axis="ch" ptType="sibTrans"/>
              <dgm:constrLst>
                <dgm:constr type="userA"/>
                <dgm:constr type="diam" refType="userA"/>
                <dgm:constr type="wArH" refType="userA" fact="0.05"/>
                <dgm:constr type="hArH" refType="userA" fact="0.1"/>
                <dgm:constr type="stemThick" refType="userA" fact="0.06"/>
                <dgm:constr type="begPad" refType="connDist" fact="-0.2"/>
                <dgm:constr type="endPad" refType="connDist" fact="0.05"/>
              </dgm:constrLst>
            </dgm:else>
          </dgm:choose>
          <dgm:ruleLst/>
        </dgm:layoutNode>
        <dgm:layoutNode name="node2">
          <dgm:varLst>
            <dgm:bulletEnabled val="1"/>
          </dgm:varLst>
          <dgm:alg type="tx"/>
          <dgm:shape xmlns:r="http://schemas.openxmlformats.org/officeDocument/2006/relationships" type="roundRect" r:blip="">
            <dgm:adjLst/>
          </dgm:shape>
          <dgm:presOf axis="ch desOrSelf"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sp1">
          <dgm:alg type="sp"/>
          <dgm:shape xmlns:r="http://schemas.openxmlformats.org/officeDocument/2006/relationships" r:blip="">
            <dgm:adjLst/>
          </dgm:shape>
          <dgm:presOf/>
          <dgm:constrLst/>
          <dgm:ruleLst/>
        </dgm:layoutNode>
        <dgm:layoutNode name="sp2">
          <dgm:alg type="sp"/>
          <dgm:shape xmlns:r="http://schemas.openxmlformats.org/officeDocument/2006/relationships" r:blip="">
            <dgm:adjLst/>
          </dgm:shape>
          <dgm:presOf/>
          <dgm:constrLst/>
          <dgm:ruleLst/>
        </dgm:layoutNode>
      </dgm:if>
      <dgm:else name="Name9">
        <dgm:layoutNode name="cycle">
          <dgm:choose name="Name10">
            <dgm:if name="Name11" func="var" arg="dir" op="equ" val="norm">
              <dgm:alg type="cycle">
                <dgm:param type="stAng" val="0"/>
                <dgm:param type="spanAng" val="360"/>
              </dgm:alg>
              <dgm:shape xmlns:r="http://schemas.openxmlformats.org/officeDocument/2006/relationships" r:blip="">
                <dgm:adjLst/>
              </dgm:shape>
              <dgm:presOf/>
              <dgm:constrLst>
                <dgm:constr type="diam" refType="w"/>
                <dgm:constr type="w" for="ch" ptType="node" refType="w"/>
                <dgm:constr type="sibSp" val="15"/>
                <dgm:constr type="userA" for="ch" ptType="sibTrans" refType="diam" op="equ" fact="-1"/>
                <dgm:constr type="wArH" for="ch" ptType="sibTrans" refType="diam" op="equ" fact="0.05"/>
                <dgm:constr type="hArH" for="ch" ptType="sibTrans" refType="diam" op="equ" fact="0.1"/>
                <dgm:constr type="stemThick" for="ch" ptType="sibTrans" refType="diam" op="equ" fact="0.065"/>
                <dgm:constr type="primFontSz" for="ch" ptType="node" op="equ"/>
              </dgm:constrLst>
            </dgm:if>
            <dgm:else name="Name12">
              <dgm:alg type="cycle">
                <dgm:param type="stAng" val="0"/>
                <dgm:param type="spanAng" val="-360"/>
              </dgm:alg>
              <dgm:shape xmlns:r="http://schemas.openxmlformats.org/officeDocument/2006/relationships" r:blip="">
                <dgm:adjLst/>
              </dgm:shape>
              <dgm:presOf/>
              <dgm:constrLst>
                <dgm:constr type="diam" refType="w"/>
                <dgm:constr type="w" for="ch" ptType="node" refType="w"/>
                <dgm:constr type="sibSp" val="15"/>
                <dgm:constr type="userA" for="ch" ptType="sibTrans" refType="diam" op="equ"/>
                <dgm:constr type="wArH" for="ch" ptType="sibTrans" refType="diam" op="equ" fact="0.05"/>
                <dgm:constr type="hArH" for="ch" ptType="sibTrans" refType="diam" op="equ" fact="0.1"/>
                <dgm:constr type="stemThick" for="ch" ptType="sibTrans" refType="diam" op="equ" fact="0.065"/>
                <dgm:constr type="primFontSz" for="ch" ptType="node" op="equ"/>
              </dgm:constrLst>
            </dgm:else>
          </dgm:choose>
          <dgm:ruleLst/>
          <dgm:forEach name="nodesFirstNodeForEach" axis="ch" ptType="node" cnt="1">
            <dgm:layoutNode name="nodeFirstNode">
              <dgm:varLst>
                <dgm:bulletEnabled val="1"/>
              </dgm:varLst>
              <dgm:alg type="tx"/>
              <dgm:shape xmlns:r="http://schemas.openxmlformats.org/officeDocument/2006/relationships" type="roundRect" r:blip="">
                <dgm:adjLst/>
              </dgm:shape>
              <dgm:presOf axis="desOrSelf" ptType="node"/>
              <dgm:constrLst>
                <dgm:constr type="h" refType="w" fact="0.5"/>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FirstNode" styleLbl="bgShp">
                <dgm:choose name="Name13">
                  <dgm:if name="Name14" func="var" arg="dir" op="equ" val="norm">
                    <dgm:alg type="conn">
                      <dgm:param type="connRout" val="longCurve"/>
                      <dgm:param type="begPts" val="midR"/>
                      <dgm:param type="endPts" val="midL"/>
                      <dgm:param type="dstNode" val="nodeFirstNode"/>
                    </dgm:alg>
                  </dgm:if>
                  <dgm:else name="Name15">
                    <dgm:alg type="conn">
                      <dgm:param type="connRout" val="longCurve"/>
                      <dgm:param type="begPts" val="midL"/>
                      <dgm:param type="endPts" val="midR"/>
                      <dgm:param type="dstNode" val="nodeFirstNode"/>
                    </dgm:alg>
                  </dgm:else>
                </dgm:choose>
                <dgm:shape xmlns:r="http://schemas.openxmlformats.org/officeDocument/2006/relationships" type="conn" r:blip="" zOrderOff="-2">
                  <dgm:adjLst/>
                </dgm:shape>
                <dgm:presOf axis="self"/>
                <dgm:choose name="Name16">
                  <dgm:if name="Name17" axis="par ch" ptType="doc node" func="cnt" op="equ" val="3">
                    <dgm:constrLst>
                      <dgm:constr type="userA"/>
                      <dgm:constr type="diam" refType="userA" fact="1.01"/>
                      <dgm:constr type="begPad" refType="connDist" fact="-0.2"/>
                      <dgm:constr type="endPad" refType="connDist" fact="0.05"/>
                    </dgm:constrLst>
                  </dgm:if>
                  <dgm:if name="Name18" axis="par ch" ptType="doc node" func="cnt" op="equ" val="4">
                    <dgm:constrLst>
                      <dgm:constr type="userA"/>
                      <dgm:constr type="diam" refType="userA" fact="1.26"/>
                      <dgm:constr type="begPad" refType="connDist" fact="-0.2"/>
                      <dgm:constr type="endPad" refType="connDist" fact="0.05"/>
                    </dgm:constrLst>
                  </dgm:if>
                  <dgm:if name="Name19" axis="par ch" ptType="doc node" func="cnt" op="equ" val="5">
                    <dgm:constrLst>
                      <dgm:constr type="userA"/>
                      <dgm:constr type="diam" refType="userA" fact="1.04"/>
                      <dgm:constr type="begPad" refType="connDist" fact="-0.2"/>
                      <dgm:constr type="endPad" refType="connDist" fact="0.05"/>
                    </dgm:constrLst>
                  </dgm:if>
                  <dgm:if name="Name20" axis="par ch" ptType="doc node" func="cnt" op="equ" val="6">
                    <dgm:constrLst>
                      <dgm:constr type="userA"/>
                      <dgm:constr type="diam" refType="userA" fact="1.1"/>
                      <dgm:constr type="begPad" refType="connDist" fact="-0.2"/>
                      <dgm:constr type="endPad" refType="connDist" fact="0.05"/>
                    </dgm:constrLst>
                  </dgm:if>
                  <dgm:else name="Name21">
                    <dgm:constrLst>
                      <dgm:constr type="userA"/>
                      <dgm:constr type="diam" refType="userA" fact="1.04"/>
                      <dgm:constr type="begPad" refType="connDist" fact="-0.2"/>
                      <dgm:constr type="endPad" refType="connDist" fact="0.05"/>
                    </dgm:constrLst>
                  </dgm:else>
                </dgm:choose>
                <dgm:ruleLst/>
              </dgm:layoutNode>
            </dgm:forEach>
          </dgm:forEach>
          <dgm:forEach name="followingNodesForEach" axis="ch" ptType="node" st="2">
            <dgm:layoutNode name="nodeFollowingNodes">
              <dgm:varLst>
                <dgm:bulletEnabled val="1"/>
              </dgm:varLst>
              <dgm:alg type="tx"/>
              <dgm:shape xmlns:r="http://schemas.openxmlformats.org/officeDocument/2006/relationships" type="roundRect" r:blip="">
                <dgm:adjLst/>
              </dgm:shape>
              <dgm:presOf axis="desOrSelf" ptType="node"/>
              <dgm:constrLst>
                <dgm:constr type="h" refType="w" fact="0.5"/>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dgm:layoutNode>
      </dgm:else>
    </dgm:choose>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3194294-82C4-4E6E-8BDE-F5340E3EC645}" type="datetimeFigureOut">
              <a:rPr lang="en-CA" smtClean="0"/>
              <a:t>2026-03-20</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76B7507-1F43-4057-B4ED-2001404BE7D3}" type="slidenum">
              <a:rPr lang="en-CA" smtClean="0"/>
              <a:t>‹#›</a:t>
            </a:fld>
            <a:endParaRPr lang="en-CA"/>
          </a:p>
        </p:txBody>
      </p:sp>
    </p:spTree>
    <p:extLst>
      <p:ext uri="{BB962C8B-B14F-4D97-AF65-F5344CB8AC3E}">
        <p14:creationId xmlns:p14="http://schemas.microsoft.com/office/powerpoint/2010/main" val="7767274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EABB3B5-E770-86AD-6881-F4AF81B6D3B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A"/>
          </a:p>
        </p:txBody>
      </p:sp>
      <p:sp>
        <p:nvSpPr>
          <p:cNvPr id="4" name="Date Placeholder 3">
            <a:extLst>
              <a:ext uri="{FF2B5EF4-FFF2-40B4-BE49-F238E27FC236}">
                <a16:creationId xmlns:a16="http://schemas.microsoft.com/office/drawing/2014/main" id="{D12ADE8F-E238-3087-3F24-1A3D20F0A72D}"/>
              </a:ext>
            </a:extLst>
          </p:cNvPr>
          <p:cNvSpPr>
            <a:spLocks noGrp="1"/>
          </p:cNvSpPr>
          <p:nvPr>
            <p:ph type="dt" sz="half" idx="10"/>
          </p:nvPr>
        </p:nvSpPr>
        <p:spPr/>
        <p:txBody>
          <a:bodyPr/>
          <a:lstStyle>
            <a:lvl1pPr>
              <a:defRPr/>
            </a:lvl1pPr>
          </a:lstStyle>
          <a:p>
            <a:r>
              <a:rPr lang="en-CA"/>
              <a:t>March 20, 2026</a:t>
            </a:r>
          </a:p>
        </p:txBody>
      </p:sp>
      <p:sp>
        <p:nvSpPr>
          <p:cNvPr id="5" name="Footer Placeholder 4">
            <a:extLst>
              <a:ext uri="{FF2B5EF4-FFF2-40B4-BE49-F238E27FC236}">
                <a16:creationId xmlns:a16="http://schemas.microsoft.com/office/drawing/2014/main" id="{24A80FDD-A323-581C-8FA2-4AECD43831EF}"/>
              </a:ext>
            </a:extLst>
          </p:cNvPr>
          <p:cNvSpPr>
            <a:spLocks noGrp="1"/>
          </p:cNvSpPr>
          <p:nvPr>
            <p:ph type="ftr" sz="quarter" idx="11"/>
          </p:nvPr>
        </p:nvSpPr>
        <p:spPr/>
        <p:txBody>
          <a:bodyPr/>
          <a:lstStyle/>
          <a:p>
            <a:r>
              <a:rPr lang="en-CA"/>
              <a:t>Flexodeal Tutorial 3</a:t>
            </a:r>
          </a:p>
        </p:txBody>
      </p:sp>
      <p:sp>
        <p:nvSpPr>
          <p:cNvPr id="6" name="Slide Number Placeholder 5">
            <a:extLst>
              <a:ext uri="{FF2B5EF4-FFF2-40B4-BE49-F238E27FC236}">
                <a16:creationId xmlns:a16="http://schemas.microsoft.com/office/drawing/2014/main" id="{F4CB3AC3-284D-B864-F039-A44AE89F0C50}"/>
              </a:ext>
            </a:extLst>
          </p:cNvPr>
          <p:cNvSpPr>
            <a:spLocks noGrp="1"/>
          </p:cNvSpPr>
          <p:nvPr>
            <p:ph type="sldNum" sz="quarter" idx="12"/>
          </p:nvPr>
        </p:nvSpPr>
        <p:spPr/>
        <p:txBody>
          <a:bodyPr/>
          <a:lstStyle/>
          <a:p>
            <a:fld id="{0258E0DB-C08A-4E55-BA80-F4258B1DF3D5}" type="slidenum">
              <a:rPr lang="en-CA" smtClean="0"/>
              <a:t>‹#›</a:t>
            </a:fld>
            <a:endParaRPr lang="en-CA"/>
          </a:p>
        </p:txBody>
      </p:sp>
      <p:sp>
        <p:nvSpPr>
          <p:cNvPr id="8" name="Title 7">
            <a:extLst>
              <a:ext uri="{FF2B5EF4-FFF2-40B4-BE49-F238E27FC236}">
                <a16:creationId xmlns:a16="http://schemas.microsoft.com/office/drawing/2014/main" id="{AAAA5FD2-1A93-56AB-387B-6D9EBE26D76F}"/>
              </a:ext>
            </a:extLst>
          </p:cNvPr>
          <p:cNvSpPr>
            <a:spLocks noGrp="1"/>
          </p:cNvSpPr>
          <p:nvPr>
            <p:ph type="title"/>
          </p:nvPr>
        </p:nvSpPr>
        <p:spPr/>
        <p:txBody>
          <a:bodyPr/>
          <a:lstStyle/>
          <a:p>
            <a:r>
              <a:rPr lang="en-US"/>
              <a:t>Click to edit Master title style</a:t>
            </a:r>
            <a:endParaRPr lang="en-CA"/>
          </a:p>
        </p:txBody>
      </p:sp>
    </p:spTree>
    <p:extLst>
      <p:ext uri="{BB962C8B-B14F-4D97-AF65-F5344CB8AC3E}">
        <p14:creationId xmlns:p14="http://schemas.microsoft.com/office/powerpoint/2010/main" val="458299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C516A6-01A3-38C1-8AC2-2CBD8DE34E62}"/>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C779800B-FB46-497D-B7DF-F6C2912E065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F0BDE952-6D17-750C-706E-C1643E1C02BC}"/>
              </a:ext>
            </a:extLst>
          </p:cNvPr>
          <p:cNvSpPr>
            <a:spLocks noGrp="1"/>
          </p:cNvSpPr>
          <p:nvPr>
            <p:ph type="dt" sz="half" idx="10"/>
          </p:nvPr>
        </p:nvSpPr>
        <p:spPr/>
        <p:txBody>
          <a:bodyPr/>
          <a:lstStyle/>
          <a:p>
            <a:r>
              <a:rPr lang="en-CA"/>
              <a:t>March 20, 2026</a:t>
            </a:r>
          </a:p>
        </p:txBody>
      </p:sp>
      <p:sp>
        <p:nvSpPr>
          <p:cNvPr id="5" name="Footer Placeholder 4">
            <a:extLst>
              <a:ext uri="{FF2B5EF4-FFF2-40B4-BE49-F238E27FC236}">
                <a16:creationId xmlns:a16="http://schemas.microsoft.com/office/drawing/2014/main" id="{C0E99111-9313-0BE9-BC1C-F1F4AA876EAF}"/>
              </a:ext>
            </a:extLst>
          </p:cNvPr>
          <p:cNvSpPr>
            <a:spLocks noGrp="1"/>
          </p:cNvSpPr>
          <p:nvPr>
            <p:ph type="ftr" sz="quarter" idx="11"/>
          </p:nvPr>
        </p:nvSpPr>
        <p:spPr/>
        <p:txBody>
          <a:bodyPr/>
          <a:lstStyle/>
          <a:p>
            <a:r>
              <a:rPr lang="en-CA"/>
              <a:t>Flexodeal Tutorial 3</a:t>
            </a:r>
          </a:p>
        </p:txBody>
      </p:sp>
      <p:sp>
        <p:nvSpPr>
          <p:cNvPr id="6" name="Slide Number Placeholder 5">
            <a:extLst>
              <a:ext uri="{FF2B5EF4-FFF2-40B4-BE49-F238E27FC236}">
                <a16:creationId xmlns:a16="http://schemas.microsoft.com/office/drawing/2014/main" id="{20442C6B-2DD4-D313-5383-E02F879F3E73}"/>
              </a:ext>
            </a:extLst>
          </p:cNvPr>
          <p:cNvSpPr>
            <a:spLocks noGrp="1"/>
          </p:cNvSpPr>
          <p:nvPr>
            <p:ph type="sldNum" sz="quarter" idx="12"/>
          </p:nvPr>
        </p:nvSpPr>
        <p:spPr/>
        <p:txBody>
          <a:bodyPr/>
          <a:lstStyle/>
          <a:p>
            <a:fld id="{0258E0DB-C08A-4E55-BA80-F4258B1DF3D5}" type="slidenum">
              <a:rPr lang="en-CA" smtClean="0"/>
              <a:t>‹#›</a:t>
            </a:fld>
            <a:endParaRPr lang="en-CA"/>
          </a:p>
        </p:txBody>
      </p:sp>
    </p:spTree>
    <p:extLst>
      <p:ext uri="{BB962C8B-B14F-4D97-AF65-F5344CB8AC3E}">
        <p14:creationId xmlns:p14="http://schemas.microsoft.com/office/powerpoint/2010/main" val="8335705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6C0DB-E137-2AD6-57F3-2128C9AE092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CA"/>
          </a:p>
        </p:txBody>
      </p:sp>
      <p:sp>
        <p:nvSpPr>
          <p:cNvPr id="3" name="Text Placeholder 2">
            <a:extLst>
              <a:ext uri="{FF2B5EF4-FFF2-40B4-BE49-F238E27FC236}">
                <a16:creationId xmlns:a16="http://schemas.microsoft.com/office/drawing/2014/main" id="{4898B750-B065-7832-C4F6-FECF60E699E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FD55F62-9279-2DE9-E335-71CB6C839E62}"/>
              </a:ext>
            </a:extLst>
          </p:cNvPr>
          <p:cNvSpPr>
            <a:spLocks noGrp="1"/>
          </p:cNvSpPr>
          <p:nvPr>
            <p:ph type="dt" sz="half" idx="10"/>
          </p:nvPr>
        </p:nvSpPr>
        <p:spPr/>
        <p:txBody>
          <a:bodyPr/>
          <a:lstStyle/>
          <a:p>
            <a:r>
              <a:rPr lang="en-CA"/>
              <a:t>March 20, 2026</a:t>
            </a:r>
          </a:p>
        </p:txBody>
      </p:sp>
      <p:sp>
        <p:nvSpPr>
          <p:cNvPr id="5" name="Footer Placeholder 4">
            <a:extLst>
              <a:ext uri="{FF2B5EF4-FFF2-40B4-BE49-F238E27FC236}">
                <a16:creationId xmlns:a16="http://schemas.microsoft.com/office/drawing/2014/main" id="{1AFC178F-CEAF-1C17-CAA1-3D0399382CD4}"/>
              </a:ext>
            </a:extLst>
          </p:cNvPr>
          <p:cNvSpPr>
            <a:spLocks noGrp="1"/>
          </p:cNvSpPr>
          <p:nvPr>
            <p:ph type="ftr" sz="quarter" idx="11"/>
          </p:nvPr>
        </p:nvSpPr>
        <p:spPr/>
        <p:txBody>
          <a:bodyPr/>
          <a:lstStyle/>
          <a:p>
            <a:r>
              <a:rPr lang="en-CA"/>
              <a:t>Flexodeal Tutorial 3</a:t>
            </a:r>
          </a:p>
        </p:txBody>
      </p:sp>
      <p:sp>
        <p:nvSpPr>
          <p:cNvPr id="6" name="Slide Number Placeholder 5">
            <a:extLst>
              <a:ext uri="{FF2B5EF4-FFF2-40B4-BE49-F238E27FC236}">
                <a16:creationId xmlns:a16="http://schemas.microsoft.com/office/drawing/2014/main" id="{B860E9A6-9299-3502-E9AC-200BC3531626}"/>
              </a:ext>
            </a:extLst>
          </p:cNvPr>
          <p:cNvSpPr>
            <a:spLocks noGrp="1"/>
          </p:cNvSpPr>
          <p:nvPr>
            <p:ph type="sldNum" sz="quarter" idx="12"/>
          </p:nvPr>
        </p:nvSpPr>
        <p:spPr/>
        <p:txBody>
          <a:bodyPr/>
          <a:lstStyle/>
          <a:p>
            <a:fld id="{0258E0DB-C08A-4E55-BA80-F4258B1DF3D5}" type="slidenum">
              <a:rPr lang="en-CA" smtClean="0"/>
              <a:t>‹#›</a:t>
            </a:fld>
            <a:endParaRPr lang="en-CA"/>
          </a:p>
        </p:txBody>
      </p:sp>
    </p:spTree>
    <p:extLst>
      <p:ext uri="{BB962C8B-B14F-4D97-AF65-F5344CB8AC3E}">
        <p14:creationId xmlns:p14="http://schemas.microsoft.com/office/powerpoint/2010/main" val="979913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FA90A5-89D3-5D48-7EA2-534FC6A8A555}"/>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1FBA2554-A6A3-2947-3303-90B9D2A7AE9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a:extLst>
              <a:ext uri="{FF2B5EF4-FFF2-40B4-BE49-F238E27FC236}">
                <a16:creationId xmlns:a16="http://schemas.microsoft.com/office/drawing/2014/main" id="{1372D316-1E24-E618-0774-7EF3B687ABA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4">
            <a:extLst>
              <a:ext uri="{FF2B5EF4-FFF2-40B4-BE49-F238E27FC236}">
                <a16:creationId xmlns:a16="http://schemas.microsoft.com/office/drawing/2014/main" id="{261C467A-8716-A19C-FDC4-AF85FC9379D1}"/>
              </a:ext>
            </a:extLst>
          </p:cNvPr>
          <p:cNvSpPr>
            <a:spLocks noGrp="1"/>
          </p:cNvSpPr>
          <p:nvPr>
            <p:ph type="dt" sz="half" idx="10"/>
          </p:nvPr>
        </p:nvSpPr>
        <p:spPr/>
        <p:txBody>
          <a:bodyPr/>
          <a:lstStyle/>
          <a:p>
            <a:r>
              <a:rPr lang="en-CA"/>
              <a:t>March 20, 2026</a:t>
            </a:r>
          </a:p>
        </p:txBody>
      </p:sp>
      <p:sp>
        <p:nvSpPr>
          <p:cNvPr id="6" name="Footer Placeholder 5">
            <a:extLst>
              <a:ext uri="{FF2B5EF4-FFF2-40B4-BE49-F238E27FC236}">
                <a16:creationId xmlns:a16="http://schemas.microsoft.com/office/drawing/2014/main" id="{BDA2EC5C-9195-E007-F0D6-28AF33AA87B5}"/>
              </a:ext>
            </a:extLst>
          </p:cNvPr>
          <p:cNvSpPr>
            <a:spLocks noGrp="1"/>
          </p:cNvSpPr>
          <p:nvPr>
            <p:ph type="ftr" sz="quarter" idx="11"/>
          </p:nvPr>
        </p:nvSpPr>
        <p:spPr/>
        <p:txBody>
          <a:bodyPr/>
          <a:lstStyle/>
          <a:p>
            <a:r>
              <a:rPr lang="en-CA"/>
              <a:t>Flexodeal Tutorial 3</a:t>
            </a:r>
          </a:p>
        </p:txBody>
      </p:sp>
      <p:sp>
        <p:nvSpPr>
          <p:cNvPr id="7" name="Slide Number Placeholder 6">
            <a:extLst>
              <a:ext uri="{FF2B5EF4-FFF2-40B4-BE49-F238E27FC236}">
                <a16:creationId xmlns:a16="http://schemas.microsoft.com/office/drawing/2014/main" id="{82F215A9-7722-D266-5D64-EEAE5D443922}"/>
              </a:ext>
            </a:extLst>
          </p:cNvPr>
          <p:cNvSpPr>
            <a:spLocks noGrp="1"/>
          </p:cNvSpPr>
          <p:nvPr>
            <p:ph type="sldNum" sz="quarter" idx="12"/>
          </p:nvPr>
        </p:nvSpPr>
        <p:spPr/>
        <p:txBody>
          <a:bodyPr/>
          <a:lstStyle/>
          <a:p>
            <a:fld id="{0258E0DB-C08A-4E55-BA80-F4258B1DF3D5}" type="slidenum">
              <a:rPr lang="en-CA" smtClean="0"/>
              <a:t>‹#›</a:t>
            </a:fld>
            <a:endParaRPr lang="en-CA"/>
          </a:p>
        </p:txBody>
      </p:sp>
    </p:spTree>
    <p:extLst>
      <p:ext uri="{BB962C8B-B14F-4D97-AF65-F5344CB8AC3E}">
        <p14:creationId xmlns:p14="http://schemas.microsoft.com/office/powerpoint/2010/main" val="3233426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10DEC-08BE-D6F8-408F-3DF59734DA3E}"/>
              </a:ext>
            </a:extLst>
          </p:cNvPr>
          <p:cNvSpPr>
            <a:spLocks noGrp="1"/>
          </p:cNvSpPr>
          <p:nvPr>
            <p:ph type="title"/>
          </p:nvPr>
        </p:nvSpPr>
        <p:spPr>
          <a:xfrm>
            <a:off x="839788" y="365125"/>
            <a:ext cx="10515600" cy="1325563"/>
          </a:xfrm>
        </p:spPr>
        <p:txBody>
          <a:bodyPr/>
          <a:lstStyle/>
          <a:p>
            <a:r>
              <a:rPr lang="en-US"/>
              <a:t>Click to edit Master title style</a:t>
            </a:r>
            <a:endParaRPr lang="en-CA"/>
          </a:p>
        </p:txBody>
      </p:sp>
      <p:sp>
        <p:nvSpPr>
          <p:cNvPr id="3" name="Text Placeholder 2">
            <a:extLst>
              <a:ext uri="{FF2B5EF4-FFF2-40B4-BE49-F238E27FC236}">
                <a16:creationId xmlns:a16="http://schemas.microsoft.com/office/drawing/2014/main" id="{C0989E5C-9DEA-5642-1CC9-2D93EFA2AFA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DB6917B-336B-DDCA-E81D-AC364652579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a:extLst>
              <a:ext uri="{FF2B5EF4-FFF2-40B4-BE49-F238E27FC236}">
                <a16:creationId xmlns:a16="http://schemas.microsoft.com/office/drawing/2014/main" id="{E1314162-00D6-0082-5BCE-3134C133316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E5AC769-9D08-B10E-005E-8A7D0535A78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Date Placeholder 6">
            <a:extLst>
              <a:ext uri="{FF2B5EF4-FFF2-40B4-BE49-F238E27FC236}">
                <a16:creationId xmlns:a16="http://schemas.microsoft.com/office/drawing/2014/main" id="{CCD765F5-6ABF-2B2D-F895-81908B8DE54B}"/>
              </a:ext>
            </a:extLst>
          </p:cNvPr>
          <p:cNvSpPr>
            <a:spLocks noGrp="1"/>
          </p:cNvSpPr>
          <p:nvPr>
            <p:ph type="dt" sz="half" idx="10"/>
          </p:nvPr>
        </p:nvSpPr>
        <p:spPr/>
        <p:txBody>
          <a:bodyPr/>
          <a:lstStyle/>
          <a:p>
            <a:r>
              <a:rPr lang="en-CA"/>
              <a:t>March 20, 2026</a:t>
            </a:r>
          </a:p>
        </p:txBody>
      </p:sp>
      <p:sp>
        <p:nvSpPr>
          <p:cNvPr id="8" name="Footer Placeholder 7">
            <a:extLst>
              <a:ext uri="{FF2B5EF4-FFF2-40B4-BE49-F238E27FC236}">
                <a16:creationId xmlns:a16="http://schemas.microsoft.com/office/drawing/2014/main" id="{95B91B45-1DB5-0FDC-BDA9-C2B83F6AF834}"/>
              </a:ext>
            </a:extLst>
          </p:cNvPr>
          <p:cNvSpPr>
            <a:spLocks noGrp="1"/>
          </p:cNvSpPr>
          <p:nvPr>
            <p:ph type="ftr" sz="quarter" idx="11"/>
          </p:nvPr>
        </p:nvSpPr>
        <p:spPr/>
        <p:txBody>
          <a:bodyPr/>
          <a:lstStyle/>
          <a:p>
            <a:r>
              <a:rPr lang="en-CA"/>
              <a:t>Flexodeal Tutorial 3</a:t>
            </a:r>
          </a:p>
        </p:txBody>
      </p:sp>
      <p:sp>
        <p:nvSpPr>
          <p:cNvPr id="9" name="Slide Number Placeholder 8">
            <a:extLst>
              <a:ext uri="{FF2B5EF4-FFF2-40B4-BE49-F238E27FC236}">
                <a16:creationId xmlns:a16="http://schemas.microsoft.com/office/drawing/2014/main" id="{C27890C5-0F86-A4E5-6E85-AE6F80F8860C}"/>
              </a:ext>
            </a:extLst>
          </p:cNvPr>
          <p:cNvSpPr>
            <a:spLocks noGrp="1"/>
          </p:cNvSpPr>
          <p:nvPr>
            <p:ph type="sldNum" sz="quarter" idx="12"/>
          </p:nvPr>
        </p:nvSpPr>
        <p:spPr/>
        <p:txBody>
          <a:bodyPr/>
          <a:lstStyle/>
          <a:p>
            <a:fld id="{0258E0DB-C08A-4E55-BA80-F4258B1DF3D5}" type="slidenum">
              <a:rPr lang="en-CA" smtClean="0"/>
              <a:t>‹#›</a:t>
            </a:fld>
            <a:endParaRPr lang="en-CA"/>
          </a:p>
        </p:txBody>
      </p:sp>
    </p:spTree>
    <p:extLst>
      <p:ext uri="{BB962C8B-B14F-4D97-AF65-F5344CB8AC3E}">
        <p14:creationId xmlns:p14="http://schemas.microsoft.com/office/powerpoint/2010/main" val="123967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7BF15F-2BE0-83F6-0723-FD29A487F3BB}"/>
              </a:ext>
            </a:extLst>
          </p:cNvPr>
          <p:cNvSpPr>
            <a:spLocks noGrp="1"/>
          </p:cNvSpPr>
          <p:nvPr>
            <p:ph type="title"/>
          </p:nvPr>
        </p:nvSpPr>
        <p:spPr/>
        <p:txBody>
          <a:bodyPr/>
          <a:lstStyle/>
          <a:p>
            <a:r>
              <a:rPr lang="en-US"/>
              <a:t>Click to edit Master title style</a:t>
            </a:r>
            <a:endParaRPr lang="en-CA"/>
          </a:p>
        </p:txBody>
      </p:sp>
      <p:sp>
        <p:nvSpPr>
          <p:cNvPr id="3" name="Date Placeholder 2">
            <a:extLst>
              <a:ext uri="{FF2B5EF4-FFF2-40B4-BE49-F238E27FC236}">
                <a16:creationId xmlns:a16="http://schemas.microsoft.com/office/drawing/2014/main" id="{1FB18789-517F-FD2C-7037-9C88FD15494D}"/>
              </a:ext>
            </a:extLst>
          </p:cNvPr>
          <p:cNvSpPr>
            <a:spLocks noGrp="1"/>
          </p:cNvSpPr>
          <p:nvPr>
            <p:ph type="dt" sz="half" idx="10"/>
          </p:nvPr>
        </p:nvSpPr>
        <p:spPr/>
        <p:txBody>
          <a:bodyPr/>
          <a:lstStyle/>
          <a:p>
            <a:r>
              <a:rPr lang="en-CA"/>
              <a:t>March 20, 2026</a:t>
            </a:r>
          </a:p>
        </p:txBody>
      </p:sp>
      <p:sp>
        <p:nvSpPr>
          <p:cNvPr id="4" name="Footer Placeholder 3">
            <a:extLst>
              <a:ext uri="{FF2B5EF4-FFF2-40B4-BE49-F238E27FC236}">
                <a16:creationId xmlns:a16="http://schemas.microsoft.com/office/drawing/2014/main" id="{05479A22-2CF7-A891-0FC3-B2236F5DAAB9}"/>
              </a:ext>
            </a:extLst>
          </p:cNvPr>
          <p:cNvSpPr>
            <a:spLocks noGrp="1"/>
          </p:cNvSpPr>
          <p:nvPr>
            <p:ph type="ftr" sz="quarter" idx="11"/>
          </p:nvPr>
        </p:nvSpPr>
        <p:spPr/>
        <p:txBody>
          <a:bodyPr/>
          <a:lstStyle/>
          <a:p>
            <a:r>
              <a:rPr lang="en-CA"/>
              <a:t>Flexodeal Tutorial 3</a:t>
            </a:r>
          </a:p>
        </p:txBody>
      </p:sp>
      <p:sp>
        <p:nvSpPr>
          <p:cNvPr id="5" name="Slide Number Placeholder 4">
            <a:extLst>
              <a:ext uri="{FF2B5EF4-FFF2-40B4-BE49-F238E27FC236}">
                <a16:creationId xmlns:a16="http://schemas.microsoft.com/office/drawing/2014/main" id="{8E5CEB91-8177-9D0D-D0E0-8E65A9E6D3F6}"/>
              </a:ext>
            </a:extLst>
          </p:cNvPr>
          <p:cNvSpPr>
            <a:spLocks noGrp="1"/>
          </p:cNvSpPr>
          <p:nvPr>
            <p:ph type="sldNum" sz="quarter" idx="12"/>
          </p:nvPr>
        </p:nvSpPr>
        <p:spPr/>
        <p:txBody>
          <a:bodyPr/>
          <a:lstStyle/>
          <a:p>
            <a:fld id="{0258E0DB-C08A-4E55-BA80-F4258B1DF3D5}" type="slidenum">
              <a:rPr lang="en-CA" smtClean="0"/>
              <a:t>‹#›</a:t>
            </a:fld>
            <a:endParaRPr lang="en-CA"/>
          </a:p>
        </p:txBody>
      </p:sp>
    </p:spTree>
    <p:extLst>
      <p:ext uri="{BB962C8B-B14F-4D97-AF65-F5344CB8AC3E}">
        <p14:creationId xmlns:p14="http://schemas.microsoft.com/office/powerpoint/2010/main" val="8460555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95F0F23-F494-7811-5AFC-7B9C93C6542D}"/>
              </a:ext>
            </a:extLst>
          </p:cNvPr>
          <p:cNvSpPr>
            <a:spLocks noGrp="1"/>
          </p:cNvSpPr>
          <p:nvPr>
            <p:ph type="dt" sz="half" idx="10"/>
          </p:nvPr>
        </p:nvSpPr>
        <p:spPr/>
        <p:txBody>
          <a:bodyPr/>
          <a:lstStyle/>
          <a:p>
            <a:r>
              <a:rPr lang="en-CA"/>
              <a:t>March 20, 2026</a:t>
            </a:r>
          </a:p>
        </p:txBody>
      </p:sp>
      <p:sp>
        <p:nvSpPr>
          <p:cNvPr id="3" name="Footer Placeholder 2">
            <a:extLst>
              <a:ext uri="{FF2B5EF4-FFF2-40B4-BE49-F238E27FC236}">
                <a16:creationId xmlns:a16="http://schemas.microsoft.com/office/drawing/2014/main" id="{60020EBB-1668-5233-EB9A-DB4F19A4965C}"/>
              </a:ext>
            </a:extLst>
          </p:cNvPr>
          <p:cNvSpPr>
            <a:spLocks noGrp="1"/>
          </p:cNvSpPr>
          <p:nvPr>
            <p:ph type="ftr" sz="quarter" idx="11"/>
          </p:nvPr>
        </p:nvSpPr>
        <p:spPr/>
        <p:txBody>
          <a:bodyPr/>
          <a:lstStyle/>
          <a:p>
            <a:r>
              <a:rPr lang="en-CA"/>
              <a:t>Flexodeal Tutorial 3</a:t>
            </a:r>
          </a:p>
        </p:txBody>
      </p:sp>
      <p:sp>
        <p:nvSpPr>
          <p:cNvPr id="4" name="Slide Number Placeholder 3">
            <a:extLst>
              <a:ext uri="{FF2B5EF4-FFF2-40B4-BE49-F238E27FC236}">
                <a16:creationId xmlns:a16="http://schemas.microsoft.com/office/drawing/2014/main" id="{FCE061F3-138F-812B-D9C6-2A4A9C827E91}"/>
              </a:ext>
            </a:extLst>
          </p:cNvPr>
          <p:cNvSpPr>
            <a:spLocks noGrp="1"/>
          </p:cNvSpPr>
          <p:nvPr>
            <p:ph type="sldNum" sz="quarter" idx="12"/>
          </p:nvPr>
        </p:nvSpPr>
        <p:spPr/>
        <p:txBody>
          <a:bodyPr/>
          <a:lstStyle/>
          <a:p>
            <a:fld id="{0258E0DB-C08A-4E55-BA80-F4258B1DF3D5}" type="slidenum">
              <a:rPr lang="en-CA" smtClean="0"/>
              <a:t>‹#›</a:t>
            </a:fld>
            <a:endParaRPr lang="en-CA"/>
          </a:p>
        </p:txBody>
      </p:sp>
    </p:spTree>
    <p:extLst>
      <p:ext uri="{BB962C8B-B14F-4D97-AF65-F5344CB8AC3E}">
        <p14:creationId xmlns:p14="http://schemas.microsoft.com/office/powerpoint/2010/main" val="20824391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ADE597-BD0F-D1C2-BE92-935D8252293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Content Placeholder 2">
            <a:extLst>
              <a:ext uri="{FF2B5EF4-FFF2-40B4-BE49-F238E27FC236}">
                <a16:creationId xmlns:a16="http://schemas.microsoft.com/office/drawing/2014/main" id="{EF416F12-7F03-F670-E6CD-968CBE6497A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a:extLst>
              <a:ext uri="{FF2B5EF4-FFF2-40B4-BE49-F238E27FC236}">
                <a16:creationId xmlns:a16="http://schemas.microsoft.com/office/drawing/2014/main" id="{66D9AF36-C85C-CA91-1123-D1853A47992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6BA5930-3567-7DA8-EDE5-DCD18C89DC19}"/>
              </a:ext>
            </a:extLst>
          </p:cNvPr>
          <p:cNvSpPr>
            <a:spLocks noGrp="1"/>
          </p:cNvSpPr>
          <p:nvPr>
            <p:ph type="dt" sz="half" idx="10"/>
          </p:nvPr>
        </p:nvSpPr>
        <p:spPr/>
        <p:txBody>
          <a:bodyPr/>
          <a:lstStyle/>
          <a:p>
            <a:r>
              <a:rPr lang="en-CA"/>
              <a:t>March 20, 2026</a:t>
            </a:r>
          </a:p>
        </p:txBody>
      </p:sp>
      <p:sp>
        <p:nvSpPr>
          <p:cNvPr id="6" name="Footer Placeholder 5">
            <a:extLst>
              <a:ext uri="{FF2B5EF4-FFF2-40B4-BE49-F238E27FC236}">
                <a16:creationId xmlns:a16="http://schemas.microsoft.com/office/drawing/2014/main" id="{CC519238-13A3-415A-9AFE-30D847252893}"/>
              </a:ext>
            </a:extLst>
          </p:cNvPr>
          <p:cNvSpPr>
            <a:spLocks noGrp="1"/>
          </p:cNvSpPr>
          <p:nvPr>
            <p:ph type="ftr" sz="quarter" idx="11"/>
          </p:nvPr>
        </p:nvSpPr>
        <p:spPr/>
        <p:txBody>
          <a:bodyPr/>
          <a:lstStyle/>
          <a:p>
            <a:r>
              <a:rPr lang="en-CA"/>
              <a:t>Flexodeal Tutorial 3</a:t>
            </a:r>
          </a:p>
        </p:txBody>
      </p:sp>
      <p:sp>
        <p:nvSpPr>
          <p:cNvPr id="7" name="Slide Number Placeholder 6">
            <a:extLst>
              <a:ext uri="{FF2B5EF4-FFF2-40B4-BE49-F238E27FC236}">
                <a16:creationId xmlns:a16="http://schemas.microsoft.com/office/drawing/2014/main" id="{E0FBAE7C-D35D-E8E1-E7BF-6C7344F014F5}"/>
              </a:ext>
            </a:extLst>
          </p:cNvPr>
          <p:cNvSpPr>
            <a:spLocks noGrp="1"/>
          </p:cNvSpPr>
          <p:nvPr>
            <p:ph type="sldNum" sz="quarter" idx="12"/>
          </p:nvPr>
        </p:nvSpPr>
        <p:spPr/>
        <p:txBody>
          <a:bodyPr/>
          <a:lstStyle/>
          <a:p>
            <a:fld id="{0258E0DB-C08A-4E55-BA80-F4258B1DF3D5}" type="slidenum">
              <a:rPr lang="en-CA" smtClean="0"/>
              <a:t>‹#›</a:t>
            </a:fld>
            <a:endParaRPr lang="en-CA"/>
          </a:p>
        </p:txBody>
      </p:sp>
    </p:spTree>
    <p:extLst>
      <p:ext uri="{BB962C8B-B14F-4D97-AF65-F5344CB8AC3E}">
        <p14:creationId xmlns:p14="http://schemas.microsoft.com/office/powerpoint/2010/main" val="35253775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FD4C3E-0CA9-3871-154D-366A7DEA098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Picture Placeholder 2">
            <a:extLst>
              <a:ext uri="{FF2B5EF4-FFF2-40B4-BE49-F238E27FC236}">
                <a16:creationId xmlns:a16="http://schemas.microsoft.com/office/drawing/2014/main" id="{1352D03F-6A60-ACBA-CCB6-45C8A3047B4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A"/>
          </a:p>
        </p:txBody>
      </p:sp>
      <p:sp>
        <p:nvSpPr>
          <p:cNvPr id="4" name="Text Placeholder 3">
            <a:extLst>
              <a:ext uri="{FF2B5EF4-FFF2-40B4-BE49-F238E27FC236}">
                <a16:creationId xmlns:a16="http://schemas.microsoft.com/office/drawing/2014/main" id="{1D39E796-B38B-A37D-19E2-DDA0F6F5235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AFE1ED3-5157-C409-08F6-4FEF377A19E5}"/>
              </a:ext>
            </a:extLst>
          </p:cNvPr>
          <p:cNvSpPr>
            <a:spLocks noGrp="1"/>
          </p:cNvSpPr>
          <p:nvPr>
            <p:ph type="dt" sz="half" idx="10"/>
          </p:nvPr>
        </p:nvSpPr>
        <p:spPr/>
        <p:txBody>
          <a:bodyPr/>
          <a:lstStyle/>
          <a:p>
            <a:r>
              <a:rPr lang="en-CA"/>
              <a:t>March 20, 2026</a:t>
            </a:r>
          </a:p>
        </p:txBody>
      </p:sp>
      <p:sp>
        <p:nvSpPr>
          <p:cNvPr id="6" name="Footer Placeholder 5">
            <a:extLst>
              <a:ext uri="{FF2B5EF4-FFF2-40B4-BE49-F238E27FC236}">
                <a16:creationId xmlns:a16="http://schemas.microsoft.com/office/drawing/2014/main" id="{5638A38E-1592-76DC-D5C5-0920B8D8D6C8}"/>
              </a:ext>
            </a:extLst>
          </p:cNvPr>
          <p:cNvSpPr>
            <a:spLocks noGrp="1"/>
          </p:cNvSpPr>
          <p:nvPr>
            <p:ph type="ftr" sz="quarter" idx="11"/>
          </p:nvPr>
        </p:nvSpPr>
        <p:spPr/>
        <p:txBody>
          <a:bodyPr/>
          <a:lstStyle/>
          <a:p>
            <a:r>
              <a:rPr lang="en-CA"/>
              <a:t>Flexodeal Tutorial 3</a:t>
            </a:r>
          </a:p>
        </p:txBody>
      </p:sp>
      <p:sp>
        <p:nvSpPr>
          <p:cNvPr id="7" name="Slide Number Placeholder 6">
            <a:extLst>
              <a:ext uri="{FF2B5EF4-FFF2-40B4-BE49-F238E27FC236}">
                <a16:creationId xmlns:a16="http://schemas.microsoft.com/office/drawing/2014/main" id="{036EAB58-05F6-B0C6-13B2-3F88ED45CE66}"/>
              </a:ext>
            </a:extLst>
          </p:cNvPr>
          <p:cNvSpPr>
            <a:spLocks noGrp="1"/>
          </p:cNvSpPr>
          <p:nvPr>
            <p:ph type="sldNum" sz="quarter" idx="12"/>
          </p:nvPr>
        </p:nvSpPr>
        <p:spPr/>
        <p:txBody>
          <a:bodyPr/>
          <a:lstStyle/>
          <a:p>
            <a:fld id="{0258E0DB-C08A-4E55-BA80-F4258B1DF3D5}" type="slidenum">
              <a:rPr lang="en-CA" smtClean="0"/>
              <a:t>‹#›</a:t>
            </a:fld>
            <a:endParaRPr lang="en-CA"/>
          </a:p>
        </p:txBody>
      </p:sp>
    </p:spTree>
    <p:extLst>
      <p:ext uri="{BB962C8B-B14F-4D97-AF65-F5344CB8AC3E}">
        <p14:creationId xmlns:p14="http://schemas.microsoft.com/office/powerpoint/2010/main" val="14545226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008881-4046-78EF-534E-504682836A2D}"/>
              </a:ext>
            </a:extLst>
          </p:cNvPr>
          <p:cNvSpPr>
            <a:spLocks noGrp="1"/>
          </p:cNvSpPr>
          <p:nvPr>
            <p:ph type="title"/>
          </p:nvPr>
        </p:nvSpPr>
        <p:spPr/>
        <p:txBody>
          <a:bodyPr/>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5955C3F7-5AF4-1C8E-1B01-E29EE2E6B3D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45728EB7-1744-F521-406C-D943AF32A83A}"/>
              </a:ext>
            </a:extLst>
          </p:cNvPr>
          <p:cNvSpPr>
            <a:spLocks noGrp="1"/>
          </p:cNvSpPr>
          <p:nvPr>
            <p:ph type="dt" sz="half" idx="10"/>
          </p:nvPr>
        </p:nvSpPr>
        <p:spPr/>
        <p:txBody>
          <a:bodyPr/>
          <a:lstStyle/>
          <a:p>
            <a:r>
              <a:rPr lang="en-CA"/>
              <a:t>March 20, 2026</a:t>
            </a:r>
          </a:p>
        </p:txBody>
      </p:sp>
      <p:sp>
        <p:nvSpPr>
          <p:cNvPr id="5" name="Footer Placeholder 4">
            <a:extLst>
              <a:ext uri="{FF2B5EF4-FFF2-40B4-BE49-F238E27FC236}">
                <a16:creationId xmlns:a16="http://schemas.microsoft.com/office/drawing/2014/main" id="{51DC0BFA-5DDD-77B0-B6BD-7EF8D21D7A70}"/>
              </a:ext>
            </a:extLst>
          </p:cNvPr>
          <p:cNvSpPr>
            <a:spLocks noGrp="1"/>
          </p:cNvSpPr>
          <p:nvPr>
            <p:ph type="ftr" sz="quarter" idx="11"/>
          </p:nvPr>
        </p:nvSpPr>
        <p:spPr/>
        <p:txBody>
          <a:bodyPr/>
          <a:lstStyle/>
          <a:p>
            <a:r>
              <a:rPr lang="en-CA"/>
              <a:t>Flexodeal Tutorial 3</a:t>
            </a:r>
          </a:p>
        </p:txBody>
      </p:sp>
      <p:sp>
        <p:nvSpPr>
          <p:cNvPr id="6" name="Slide Number Placeholder 5">
            <a:extLst>
              <a:ext uri="{FF2B5EF4-FFF2-40B4-BE49-F238E27FC236}">
                <a16:creationId xmlns:a16="http://schemas.microsoft.com/office/drawing/2014/main" id="{544C520A-21D8-9EEB-7DD8-003AD4DC91AB}"/>
              </a:ext>
            </a:extLst>
          </p:cNvPr>
          <p:cNvSpPr>
            <a:spLocks noGrp="1"/>
          </p:cNvSpPr>
          <p:nvPr>
            <p:ph type="sldNum" sz="quarter" idx="12"/>
          </p:nvPr>
        </p:nvSpPr>
        <p:spPr/>
        <p:txBody>
          <a:bodyPr/>
          <a:lstStyle/>
          <a:p>
            <a:fld id="{0258E0DB-C08A-4E55-BA80-F4258B1DF3D5}" type="slidenum">
              <a:rPr lang="en-CA" smtClean="0"/>
              <a:t>‹#›</a:t>
            </a:fld>
            <a:endParaRPr lang="en-CA"/>
          </a:p>
        </p:txBody>
      </p:sp>
    </p:spTree>
    <p:extLst>
      <p:ext uri="{BB962C8B-B14F-4D97-AF65-F5344CB8AC3E}">
        <p14:creationId xmlns:p14="http://schemas.microsoft.com/office/powerpoint/2010/main" val="33341873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E9C51C0-4434-082D-5C48-61C7BB66028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611E235A-516D-999A-054D-6F7F0A46CDC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07CDFE84-AF8A-3871-03DE-743390F562F6}"/>
              </a:ext>
            </a:extLst>
          </p:cNvPr>
          <p:cNvSpPr>
            <a:spLocks noGrp="1"/>
          </p:cNvSpPr>
          <p:nvPr>
            <p:ph type="dt" sz="half" idx="10"/>
          </p:nvPr>
        </p:nvSpPr>
        <p:spPr/>
        <p:txBody>
          <a:bodyPr/>
          <a:lstStyle/>
          <a:p>
            <a:r>
              <a:rPr lang="en-CA"/>
              <a:t>March 20, 2026</a:t>
            </a:r>
          </a:p>
        </p:txBody>
      </p:sp>
      <p:sp>
        <p:nvSpPr>
          <p:cNvPr id="5" name="Footer Placeholder 4">
            <a:extLst>
              <a:ext uri="{FF2B5EF4-FFF2-40B4-BE49-F238E27FC236}">
                <a16:creationId xmlns:a16="http://schemas.microsoft.com/office/drawing/2014/main" id="{0888F159-5EE5-59C2-AD07-89C01D3D04AA}"/>
              </a:ext>
            </a:extLst>
          </p:cNvPr>
          <p:cNvSpPr>
            <a:spLocks noGrp="1"/>
          </p:cNvSpPr>
          <p:nvPr>
            <p:ph type="ftr" sz="quarter" idx="11"/>
          </p:nvPr>
        </p:nvSpPr>
        <p:spPr/>
        <p:txBody>
          <a:bodyPr/>
          <a:lstStyle/>
          <a:p>
            <a:r>
              <a:rPr lang="en-CA"/>
              <a:t>Flexodeal Tutorial 3</a:t>
            </a:r>
          </a:p>
        </p:txBody>
      </p:sp>
      <p:sp>
        <p:nvSpPr>
          <p:cNvPr id="6" name="Slide Number Placeholder 5">
            <a:extLst>
              <a:ext uri="{FF2B5EF4-FFF2-40B4-BE49-F238E27FC236}">
                <a16:creationId xmlns:a16="http://schemas.microsoft.com/office/drawing/2014/main" id="{BB24D56E-E98B-39D0-572D-4CE1839D3178}"/>
              </a:ext>
            </a:extLst>
          </p:cNvPr>
          <p:cNvSpPr>
            <a:spLocks noGrp="1"/>
          </p:cNvSpPr>
          <p:nvPr>
            <p:ph type="sldNum" sz="quarter" idx="12"/>
          </p:nvPr>
        </p:nvSpPr>
        <p:spPr/>
        <p:txBody>
          <a:bodyPr/>
          <a:lstStyle/>
          <a:p>
            <a:fld id="{0258E0DB-C08A-4E55-BA80-F4258B1DF3D5}" type="slidenum">
              <a:rPr lang="en-CA" smtClean="0"/>
              <a:t>‹#›</a:t>
            </a:fld>
            <a:endParaRPr lang="en-CA"/>
          </a:p>
        </p:txBody>
      </p:sp>
    </p:spTree>
    <p:extLst>
      <p:ext uri="{BB962C8B-B14F-4D97-AF65-F5344CB8AC3E}">
        <p14:creationId xmlns:p14="http://schemas.microsoft.com/office/powerpoint/2010/main" val="42586483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DD8110EB-4B80-8348-05CA-87E83985ADBF}"/>
              </a:ext>
            </a:extLst>
          </p:cNvPr>
          <p:cNvPicPr>
            <a:picLocks noChangeAspect="1"/>
          </p:cNvPicPr>
          <p:nvPr userDrawn="1"/>
        </p:nvPicPr>
        <p:blipFill>
          <a:blip r:embed="rId13">
            <a:alphaModFix amt="50000"/>
            <a:extLst>
              <a:ext uri="{28A0092B-C50C-407E-A947-70E740481C1C}">
                <a14:useLocalDpi xmlns:a14="http://schemas.microsoft.com/office/drawing/2010/main" val="0"/>
              </a:ext>
            </a:extLst>
          </a:blip>
          <a:stretch>
            <a:fillRect/>
          </a:stretch>
        </p:blipFill>
        <p:spPr>
          <a:xfrm>
            <a:off x="10841027" y="276361"/>
            <a:ext cx="1025545" cy="907778"/>
          </a:xfrm>
          <a:prstGeom prst="rect">
            <a:avLst/>
          </a:prstGeom>
        </p:spPr>
      </p:pic>
      <p:sp>
        <p:nvSpPr>
          <p:cNvPr id="2" name="Title Placeholder 1">
            <a:extLst>
              <a:ext uri="{FF2B5EF4-FFF2-40B4-BE49-F238E27FC236}">
                <a16:creationId xmlns:a16="http://schemas.microsoft.com/office/drawing/2014/main" id="{DFE55E10-02F3-9C6B-88B1-2F585E131B17}"/>
              </a:ext>
            </a:extLst>
          </p:cNvPr>
          <p:cNvSpPr>
            <a:spLocks noGrp="1"/>
          </p:cNvSpPr>
          <p:nvPr>
            <p:ph type="title"/>
          </p:nvPr>
        </p:nvSpPr>
        <p:spPr>
          <a:xfrm>
            <a:off x="838200" y="365126"/>
            <a:ext cx="10515600" cy="819014"/>
          </a:xfrm>
          <a:prstGeom prst="rect">
            <a:avLst/>
          </a:prstGeom>
        </p:spPr>
        <p:txBody>
          <a:bodyPr vert="horz" lIns="91440" tIns="45720" rIns="91440" bIns="45720" rtlCol="0" anchor="ctr">
            <a:normAutofit/>
          </a:bodyPr>
          <a:lstStyle/>
          <a:p>
            <a:r>
              <a:rPr lang="en-US" dirty="0"/>
              <a:t>Click to edit Master title style</a:t>
            </a:r>
            <a:endParaRPr lang="en-CA" dirty="0"/>
          </a:p>
        </p:txBody>
      </p:sp>
      <p:sp>
        <p:nvSpPr>
          <p:cNvPr id="3" name="Text Placeholder 2">
            <a:extLst>
              <a:ext uri="{FF2B5EF4-FFF2-40B4-BE49-F238E27FC236}">
                <a16:creationId xmlns:a16="http://schemas.microsoft.com/office/drawing/2014/main" id="{C4C2CE82-C05A-CD36-11BD-F2DE93E55423}"/>
              </a:ext>
            </a:extLst>
          </p:cNvPr>
          <p:cNvSpPr>
            <a:spLocks noGrp="1"/>
          </p:cNvSpPr>
          <p:nvPr>
            <p:ph type="body" idx="1"/>
          </p:nvPr>
        </p:nvSpPr>
        <p:spPr>
          <a:xfrm>
            <a:off x="838200" y="1272904"/>
            <a:ext cx="10515600" cy="4904059"/>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CA" dirty="0"/>
          </a:p>
        </p:txBody>
      </p:sp>
      <p:sp>
        <p:nvSpPr>
          <p:cNvPr id="4" name="Date Placeholder 3">
            <a:extLst>
              <a:ext uri="{FF2B5EF4-FFF2-40B4-BE49-F238E27FC236}">
                <a16:creationId xmlns:a16="http://schemas.microsoft.com/office/drawing/2014/main" id="{CC2B9B33-2875-8E1B-ACE2-674A99FA6BD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r>
              <a:rPr lang="en-CA"/>
              <a:t>March 20, 2026</a:t>
            </a:r>
          </a:p>
        </p:txBody>
      </p:sp>
      <p:sp>
        <p:nvSpPr>
          <p:cNvPr id="5" name="Footer Placeholder 4">
            <a:extLst>
              <a:ext uri="{FF2B5EF4-FFF2-40B4-BE49-F238E27FC236}">
                <a16:creationId xmlns:a16="http://schemas.microsoft.com/office/drawing/2014/main" id="{5A77216A-0B99-CD5A-654D-70246528EDA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CA"/>
              <a:t>Flexodeal Tutorial 3</a:t>
            </a:r>
          </a:p>
        </p:txBody>
      </p:sp>
      <p:sp>
        <p:nvSpPr>
          <p:cNvPr id="6" name="Slide Number Placeholder 5">
            <a:extLst>
              <a:ext uri="{FF2B5EF4-FFF2-40B4-BE49-F238E27FC236}">
                <a16:creationId xmlns:a16="http://schemas.microsoft.com/office/drawing/2014/main" id="{4EF36467-8AA3-5486-25EE-74CE97A2EFC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258E0DB-C08A-4E55-BA80-F4258B1DF3D5}" type="slidenum">
              <a:rPr lang="en-CA" smtClean="0"/>
              <a:t>‹#›</a:t>
            </a:fld>
            <a:endParaRPr lang="en-CA"/>
          </a:p>
        </p:txBody>
      </p:sp>
    </p:spTree>
    <p:extLst>
      <p:ext uri="{BB962C8B-B14F-4D97-AF65-F5344CB8AC3E}">
        <p14:creationId xmlns:p14="http://schemas.microsoft.com/office/powerpoint/2010/main" val="346292979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5" Type="http://schemas.openxmlformats.org/officeDocument/2006/relationships/hyperlink" Target="http://www.github.com/javieralmonacid/flexodeal-tutorials" TargetMode="Externa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3.xml"/><Relationship Id="rId7" Type="http://schemas.openxmlformats.org/officeDocument/2006/relationships/hyperlink" Target="https://github.com/resources/articles/what-is-sdlc" TargetMode="Externa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hyperlink" Target="https://docs.github.com/en/authentication/connecting-to-github-with-ssh/adding-a-new-ssh-key-to-your-github-account"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hyperlink" Target="https://github.com/javieralmonacid/flexodeal-tutorials"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20.xml.rels><?xml version="1.0" encoding="UTF-8" standalone="yes"?>
<Relationships xmlns="http://schemas.openxmlformats.org/package/2006/relationships"><Relationship Id="rId3" Type="http://schemas.openxmlformats.org/officeDocument/2006/relationships/hyperlink" Target="http://www.sfu.ca/~Javiera" TargetMode="External"/><Relationship Id="rId2" Type="http://schemas.openxmlformats.org/officeDocument/2006/relationships/hyperlink" Target="https://www.dealii.org/current/doxygen/deal.II/Tutorial.html" TargetMode="External"/><Relationship Id="rId1" Type="http://schemas.openxmlformats.org/officeDocument/2006/relationships/slideLayout" Target="../slideLayouts/slideLayout2.xml"/><Relationship Id="rId4" Type="http://schemas.openxmlformats.org/officeDocument/2006/relationships/hyperlink" Target="https://docs.paraview.org/en/v5.13.1/UsersGuide/introduction.html" TargetMode="External"/></Relationships>
</file>

<file path=ppt/slides/_rels/slide21.xml.rels><?xml version="1.0" encoding="UTF-8" standalone="yes"?>
<Relationships xmlns="http://schemas.openxmlformats.org/package/2006/relationships"><Relationship Id="rId8" Type="http://schemas.openxmlformats.org/officeDocument/2006/relationships/image" Target="../media/image15.jfif"/><Relationship Id="rId13" Type="http://schemas.openxmlformats.org/officeDocument/2006/relationships/image" Target="../media/image20.png"/><Relationship Id="rId3" Type="http://schemas.openxmlformats.org/officeDocument/2006/relationships/image" Target="../media/image10.png"/><Relationship Id="rId7" Type="http://schemas.openxmlformats.org/officeDocument/2006/relationships/image" Target="../media/image14.jpg"/><Relationship Id="rId12" Type="http://schemas.openxmlformats.org/officeDocument/2006/relationships/image" Target="../media/image19.jpeg"/><Relationship Id="rId2" Type="http://schemas.openxmlformats.org/officeDocument/2006/relationships/image" Target="../media/image9.jpg"/><Relationship Id="rId1" Type="http://schemas.openxmlformats.org/officeDocument/2006/relationships/slideLayout" Target="../slideLayouts/slideLayout2.xml"/><Relationship Id="rId6" Type="http://schemas.openxmlformats.org/officeDocument/2006/relationships/image" Target="../media/image13.jpg"/><Relationship Id="rId11" Type="http://schemas.openxmlformats.org/officeDocument/2006/relationships/image" Target="../media/image18.jpeg"/><Relationship Id="rId5" Type="http://schemas.openxmlformats.org/officeDocument/2006/relationships/image" Target="../media/image12.jfif"/><Relationship Id="rId10" Type="http://schemas.openxmlformats.org/officeDocument/2006/relationships/image" Target="../media/image17.jfif"/><Relationship Id="rId4" Type="http://schemas.openxmlformats.org/officeDocument/2006/relationships/image" Target="../media/image11.jfif"/><Relationship Id="rId9" Type="http://schemas.openxmlformats.org/officeDocument/2006/relationships/image" Target="../media/image16.png"/><Relationship Id="rId14" Type="http://schemas.openxmlformats.org/officeDocument/2006/relationships/image" Target="../media/image2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AFA80959-A768-9CAE-861E-E50AB460811B}"/>
              </a:ext>
            </a:extLst>
          </p:cNvPr>
          <p:cNvPicPr>
            <a:picLocks noChangeAspect="1"/>
          </p:cNvPicPr>
          <p:nvPr/>
        </p:nvPicPr>
        <p:blipFill>
          <a:blip r:embed="rId2">
            <a:alphaModFix amt="50000"/>
          </a:blip>
          <a:srcRect l="-2699" t="6471" r="18624" b="-6471"/>
          <a:stretch>
            <a:fillRect/>
          </a:stretch>
        </p:blipFill>
        <p:spPr>
          <a:xfrm>
            <a:off x="369279" y="2051275"/>
            <a:ext cx="11822722" cy="1924942"/>
          </a:xfrm>
          <a:prstGeom prst="rect">
            <a:avLst/>
          </a:prstGeom>
        </p:spPr>
      </p:pic>
      <p:sp>
        <p:nvSpPr>
          <p:cNvPr id="2" name="Title 1">
            <a:extLst>
              <a:ext uri="{FF2B5EF4-FFF2-40B4-BE49-F238E27FC236}">
                <a16:creationId xmlns:a16="http://schemas.microsoft.com/office/drawing/2014/main" id="{3F395302-E7B6-B3AF-C44B-7AF2BB863A07}"/>
              </a:ext>
            </a:extLst>
          </p:cNvPr>
          <p:cNvSpPr>
            <a:spLocks noGrp="1"/>
          </p:cNvSpPr>
          <p:nvPr>
            <p:ph type="ctrTitle"/>
          </p:nvPr>
        </p:nvSpPr>
        <p:spPr>
          <a:xfrm>
            <a:off x="761999" y="1856447"/>
            <a:ext cx="10347435" cy="1909763"/>
          </a:xfrm>
        </p:spPr>
        <p:txBody>
          <a:bodyPr>
            <a:normAutofit/>
          </a:bodyPr>
          <a:lstStyle/>
          <a:p>
            <a:pPr algn="l"/>
            <a:r>
              <a:rPr lang="en-CA" sz="4800" noProof="0" dirty="0"/>
              <a:t>Tutorial 3: Code Development in Flexodeal</a:t>
            </a:r>
          </a:p>
        </p:txBody>
      </p:sp>
      <p:sp>
        <p:nvSpPr>
          <p:cNvPr id="3" name="Subtitle 2">
            <a:extLst>
              <a:ext uri="{FF2B5EF4-FFF2-40B4-BE49-F238E27FC236}">
                <a16:creationId xmlns:a16="http://schemas.microsoft.com/office/drawing/2014/main" id="{E36FC677-C30B-DCB4-A43B-A74091BE44C5}"/>
              </a:ext>
            </a:extLst>
          </p:cNvPr>
          <p:cNvSpPr>
            <a:spLocks noGrp="1"/>
          </p:cNvSpPr>
          <p:nvPr>
            <p:ph type="subTitle" idx="1"/>
          </p:nvPr>
        </p:nvSpPr>
        <p:spPr>
          <a:xfrm>
            <a:off x="762000" y="4325565"/>
            <a:ext cx="4178300" cy="1909763"/>
          </a:xfrm>
        </p:spPr>
        <p:txBody>
          <a:bodyPr/>
          <a:lstStyle/>
          <a:p>
            <a:pPr algn="l"/>
            <a:r>
              <a:rPr lang="en-CA" noProof="0" dirty="0"/>
              <a:t>Javier Almonacid</a:t>
            </a:r>
          </a:p>
          <a:p>
            <a:pPr algn="l"/>
            <a:r>
              <a:rPr lang="en-CA" noProof="0" dirty="0"/>
              <a:t>Research Assistant @ NML</a:t>
            </a:r>
          </a:p>
          <a:p>
            <a:pPr algn="l"/>
            <a:endParaRPr lang="en-CA" noProof="0" dirty="0"/>
          </a:p>
          <a:p>
            <a:pPr algn="l"/>
            <a:r>
              <a:rPr lang="en-CA" noProof="0" dirty="0"/>
              <a:t>March 20, 2026</a:t>
            </a:r>
          </a:p>
        </p:txBody>
      </p:sp>
      <p:pic>
        <p:nvPicPr>
          <p:cNvPr id="4" name="Picture 3" descr="A red and black rectangular sign with a white letter u&#10;&#10;Description automatically generated">
            <a:extLst>
              <a:ext uri="{FF2B5EF4-FFF2-40B4-BE49-F238E27FC236}">
                <a16:creationId xmlns:a16="http://schemas.microsoft.com/office/drawing/2014/main" id="{DEDCFAD2-8E79-707D-0499-D02E4585503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631048"/>
            <a:ext cx="2758226" cy="651694"/>
          </a:xfrm>
          <a:prstGeom prst="rect">
            <a:avLst/>
          </a:prstGeom>
        </p:spPr>
      </p:pic>
      <p:pic>
        <p:nvPicPr>
          <p:cNvPr id="6" name="Picture 5" descr="A logo with a skeleton of a foot&#10;&#10;Description automatically generated with medium confidence">
            <a:extLst>
              <a:ext uri="{FF2B5EF4-FFF2-40B4-BE49-F238E27FC236}">
                <a16:creationId xmlns:a16="http://schemas.microsoft.com/office/drawing/2014/main" id="{34008FB7-57BD-24F7-43DF-DAC9C4A9098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353541" y="236864"/>
            <a:ext cx="1626880" cy="1440061"/>
          </a:xfrm>
          <a:prstGeom prst="rect">
            <a:avLst/>
          </a:prstGeom>
        </p:spPr>
      </p:pic>
      <p:sp>
        <p:nvSpPr>
          <p:cNvPr id="5" name="TextBox 4">
            <a:extLst>
              <a:ext uri="{FF2B5EF4-FFF2-40B4-BE49-F238E27FC236}">
                <a16:creationId xmlns:a16="http://schemas.microsoft.com/office/drawing/2014/main" id="{0C9F556A-3822-4BA8-B09F-CD976048BA2F}"/>
              </a:ext>
            </a:extLst>
          </p:cNvPr>
          <p:cNvSpPr txBox="1"/>
          <p:nvPr/>
        </p:nvSpPr>
        <p:spPr>
          <a:xfrm>
            <a:off x="761999" y="3429000"/>
            <a:ext cx="9472465" cy="400110"/>
          </a:xfrm>
          <a:prstGeom prst="rect">
            <a:avLst/>
          </a:prstGeom>
          <a:noFill/>
        </p:spPr>
        <p:txBody>
          <a:bodyPr wrap="none" rtlCol="0">
            <a:spAutoFit/>
          </a:bodyPr>
          <a:lstStyle/>
          <a:p>
            <a:r>
              <a:rPr lang="en-US" sz="2000" dirty="0"/>
              <a:t>These slides are available at </a:t>
            </a:r>
            <a:r>
              <a:rPr lang="en-US" sz="2000" dirty="0">
                <a:solidFill>
                  <a:schemeClr val="tx2">
                    <a:lumMod val="75000"/>
                    <a:lumOff val="25000"/>
                  </a:schemeClr>
                </a:solidFill>
                <a:hlinkClick r:id="rId5">
                  <a:extLst>
                    <a:ext uri="{A12FA001-AC4F-418D-AE19-62706E023703}">
                      <ahyp:hlinkClr xmlns:ahyp="http://schemas.microsoft.com/office/drawing/2018/hyperlinkcolor" val="tx"/>
                    </a:ext>
                  </a:extLst>
                </a:hlinkClick>
              </a:rPr>
              <a:t>www.github.com/javieralmonacid/flexodeal-tutorials</a:t>
            </a:r>
            <a:r>
              <a:rPr lang="en-US" sz="2000" dirty="0">
                <a:solidFill>
                  <a:schemeClr val="tx2">
                    <a:lumMod val="75000"/>
                    <a:lumOff val="25000"/>
                  </a:schemeClr>
                </a:solidFill>
              </a:rPr>
              <a:t> </a:t>
            </a:r>
          </a:p>
        </p:txBody>
      </p:sp>
    </p:spTree>
    <p:extLst>
      <p:ext uri="{BB962C8B-B14F-4D97-AF65-F5344CB8AC3E}">
        <p14:creationId xmlns:p14="http://schemas.microsoft.com/office/powerpoint/2010/main" val="29194283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734D9C-8743-E542-DC5A-878C74EC5D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B270EB-11D8-742F-C6DB-0C54449E59B0}"/>
              </a:ext>
            </a:extLst>
          </p:cNvPr>
          <p:cNvSpPr>
            <a:spLocks noGrp="1"/>
          </p:cNvSpPr>
          <p:nvPr>
            <p:ph type="title"/>
          </p:nvPr>
        </p:nvSpPr>
        <p:spPr/>
        <p:txBody>
          <a:bodyPr/>
          <a:lstStyle/>
          <a:p>
            <a:r>
              <a:rPr lang="en-US" dirty="0"/>
              <a:t>Brief Recap of Previous Tutorials</a:t>
            </a:r>
          </a:p>
        </p:txBody>
      </p:sp>
      <p:sp>
        <p:nvSpPr>
          <p:cNvPr id="3" name="Content Placeholder 2">
            <a:extLst>
              <a:ext uri="{FF2B5EF4-FFF2-40B4-BE49-F238E27FC236}">
                <a16:creationId xmlns:a16="http://schemas.microsoft.com/office/drawing/2014/main" id="{EF7FC447-126D-9082-A58A-850FA9CE28C8}"/>
              </a:ext>
            </a:extLst>
          </p:cNvPr>
          <p:cNvSpPr>
            <a:spLocks noGrp="1"/>
          </p:cNvSpPr>
          <p:nvPr>
            <p:ph idx="1"/>
          </p:nvPr>
        </p:nvSpPr>
        <p:spPr>
          <a:xfrm>
            <a:off x="838200" y="2006933"/>
            <a:ext cx="10515600" cy="3526624"/>
          </a:xfrm>
        </p:spPr>
        <p:txBody>
          <a:bodyPr>
            <a:normAutofit/>
          </a:bodyPr>
          <a:lstStyle/>
          <a:p>
            <a:r>
              <a:rPr lang="en-US" dirty="0"/>
              <a:t>In Tutorial 1, we discussed the main details of the Flexodeal framework. We discussed how different types of contractions can be studied using Flexodeal Lite.</a:t>
            </a:r>
          </a:p>
          <a:p>
            <a:r>
              <a:rPr lang="en-US" dirty="0"/>
              <a:t>In Tutorial 2, we turned our focus to Flexodeal and its default experiment. We also discussed how working with non-standard meshes requires the use of a quadrature point file.</a:t>
            </a:r>
          </a:p>
          <a:p>
            <a:endParaRPr lang="en-US" dirty="0"/>
          </a:p>
          <a:p>
            <a:pPr marL="0" indent="0">
              <a:buNone/>
            </a:pPr>
            <a:r>
              <a:rPr lang="en-US" dirty="0"/>
              <a:t>In essence, we have discussed how to </a:t>
            </a:r>
            <a:r>
              <a:rPr lang="en-US" i="1" dirty="0"/>
              <a:t>use</a:t>
            </a:r>
            <a:r>
              <a:rPr lang="en-US" dirty="0"/>
              <a:t> Flexodeal. We will now focus on how to </a:t>
            </a:r>
            <a:r>
              <a:rPr lang="en-US" b="1" dirty="0"/>
              <a:t>modify</a:t>
            </a:r>
            <a:r>
              <a:rPr lang="en-US" dirty="0"/>
              <a:t> Flexodeal.</a:t>
            </a:r>
          </a:p>
          <a:p>
            <a:endParaRPr lang="en-US" dirty="0"/>
          </a:p>
          <a:p>
            <a:endParaRPr lang="en-US" dirty="0"/>
          </a:p>
        </p:txBody>
      </p:sp>
      <p:sp>
        <p:nvSpPr>
          <p:cNvPr id="4" name="Date Placeholder 3">
            <a:extLst>
              <a:ext uri="{FF2B5EF4-FFF2-40B4-BE49-F238E27FC236}">
                <a16:creationId xmlns:a16="http://schemas.microsoft.com/office/drawing/2014/main" id="{5B8D7CF8-18B9-3C27-7828-AD1EE658DB57}"/>
              </a:ext>
            </a:extLst>
          </p:cNvPr>
          <p:cNvSpPr>
            <a:spLocks noGrp="1"/>
          </p:cNvSpPr>
          <p:nvPr>
            <p:ph type="dt" sz="half" idx="10"/>
          </p:nvPr>
        </p:nvSpPr>
        <p:spPr/>
        <p:txBody>
          <a:bodyPr/>
          <a:lstStyle/>
          <a:p>
            <a:r>
              <a:rPr lang="en-CA" dirty="0"/>
              <a:t>March 20, 2026</a:t>
            </a:r>
          </a:p>
        </p:txBody>
      </p:sp>
      <p:sp>
        <p:nvSpPr>
          <p:cNvPr id="5" name="Footer Placeholder 4">
            <a:extLst>
              <a:ext uri="{FF2B5EF4-FFF2-40B4-BE49-F238E27FC236}">
                <a16:creationId xmlns:a16="http://schemas.microsoft.com/office/drawing/2014/main" id="{A60737AB-9537-E515-7FFD-8A71E1523D20}"/>
              </a:ext>
            </a:extLst>
          </p:cNvPr>
          <p:cNvSpPr>
            <a:spLocks noGrp="1"/>
          </p:cNvSpPr>
          <p:nvPr>
            <p:ph type="ftr" sz="quarter" idx="11"/>
          </p:nvPr>
        </p:nvSpPr>
        <p:spPr/>
        <p:txBody>
          <a:bodyPr/>
          <a:lstStyle/>
          <a:p>
            <a:r>
              <a:rPr lang="en-CA" dirty="0"/>
              <a:t>Flexodeal Tutorial 3</a:t>
            </a:r>
          </a:p>
        </p:txBody>
      </p:sp>
      <p:sp>
        <p:nvSpPr>
          <p:cNvPr id="6" name="Slide Number Placeholder 5">
            <a:extLst>
              <a:ext uri="{FF2B5EF4-FFF2-40B4-BE49-F238E27FC236}">
                <a16:creationId xmlns:a16="http://schemas.microsoft.com/office/drawing/2014/main" id="{FE150B6B-708D-6539-5119-6190EF7486E7}"/>
              </a:ext>
            </a:extLst>
          </p:cNvPr>
          <p:cNvSpPr>
            <a:spLocks noGrp="1"/>
          </p:cNvSpPr>
          <p:nvPr>
            <p:ph type="sldNum" sz="quarter" idx="12"/>
          </p:nvPr>
        </p:nvSpPr>
        <p:spPr/>
        <p:txBody>
          <a:bodyPr/>
          <a:lstStyle/>
          <a:p>
            <a:fld id="{0258E0DB-C08A-4E55-BA80-F4258B1DF3D5}" type="slidenum">
              <a:rPr lang="en-CA" smtClean="0"/>
              <a:t>2</a:t>
            </a:fld>
            <a:endParaRPr lang="en-CA" dirty="0"/>
          </a:p>
        </p:txBody>
      </p:sp>
    </p:spTree>
    <p:extLst>
      <p:ext uri="{BB962C8B-B14F-4D97-AF65-F5344CB8AC3E}">
        <p14:creationId xmlns:p14="http://schemas.microsoft.com/office/powerpoint/2010/main" val="18114182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FEC6DF-881F-E177-F8B3-6AFC79B06CDB}"/>
              </a:ext>
            </a:extLst>
          </p:cNvPr>
          <p:cNvSpPr>
            <a:spLocks noGrp="1"/>
          </p:cNvSpPr>
          <p:nvPr>
            <p:ph type="title"/>
          </p:nvPr>
        </p:nvSpPr>
        <p:spPr/>
        <p:txBody>
          <a:bodyPr/>
          <a:lstStyle/>
          <a:p>
            <a:r>
              <a:rPr lang="en-US" dirty="0"/>
              <a:t>Recommended Workflow</a:t>
            </a:r>
          </a:p>
        </p:txBody>
      </p:sp>
      <p:sp>
        <p:nvSpPr>
          <p:cNvPr id="4" name="Date Placeholder 3">
            <a:extLst>
              <a:ext uri="{FF2B5EF4-FFF2-40B4-BE49-F238E27FC236}">
                <a16:creationId xmlns:a16="http://schemas.microsoft.com/office/drawing/2014/main" id="{0041AF70-5441-B531-0B1A-CA38E8E0F767}"/>
              </a:ext>
            </a:extLst>
          </p:cNvPr>
          <p:cNvSpPr>
            <a:spLocks noGrp="1"/>
          </p:cNvSpPr>
          <p:nvPr>
            <p:ph type="dt" sz="half" idx="10"/>
          </p:nvPr>
        </p:nvSpPr>
        <p:spPr/>
        <p:txBody>
          <a:bodyPr/>
          <a:lstStyle/>
          <a:p>
            <a:r>
              <a:rPr lang="en-CA" dirty="0"/>
              <a:t>March 20, 2026</a:t>
            </a:r>
          </a:p>
        </p:txBody>
      </p:sp>
      <p:sp>
        <p:nvSpPr>
          <p:cNvPr id="5" name="Footer Placeholder 4">
            <a:extLst>
              <a:ext uri="{FF2B5EF4-FFF2-40B4-BE49-F238E27FC236}">
                <a16:creationId xmlns:a16="http://schemas.microsoft.com/office/drawing/2014/main" id="{9BA4F505-CA11-5B1B-23D4-11E3655B97F2}"/>
              </a:ext>
            </a:extLst>
          </p:cNvPr>
          <p:cNvSpPr>
            <a:spLocks noGrp="1"/>
          </p:cNvSpPr>
          <p:nvPr>
            <p:ph type="ftr" sz="quarter" idx="11"/>
          </p:nvPr>
        </p:nvSpPr>
        <p:spPr/>
        <p:txBody>
          <a:bodyPr/>
          <a:lstStyle/>
          <a:p>
            <a:r>
              <a:rPr lang="en-CA" dirty="0"/>
              <a:t>Flexodeal Tutorial 3</a:t>
            </a:r>
          </a:p>
        </p:txBody>
      </p:sp>
      <p:sp>
        <p:nvSpPr>
          <p:cNvPr id="6" name="Slide Number Placeholder 5">
            <a:extLst>
              <a:ext uri="{FF2B5EF4-FFF2-40B4-BE49-F238E27FC236}">
                <a16:creationId xmlns:a16="http://schemas.microsoft.com/office/drawing/2014/main" id="{DDA50F45-6129-8192-9D80-D64FEF571DE3}"/>
              </a:ext>
            </a:extLst>
          </p:cNvPr>
          <p:cNvSpPr>
            <a:spLocks noGrp="1"/>
          </p:cNvSpPr>
          <p:nvPr>
            <p:ph type="sldNum" sz="quarter" idx="12"/>
          </p:nvPr>
        </p:nvSpPr>
        <p:spPr/>
        <p:txBody>
          <a:bodyPr/>
          <a:lstStyle/>
          <a:p>
            <a:fld id="{0258E0DB-C08A-4E55-BA80-F4258B1DF3D5}" type="slidenum">
              <a:rPr lang="en-CA" smtClean="0"/>
              <a:t>3</a:t>
            </a:fld>
            <a:endParaRPr lang="en-CA" dirty="0"/>
          </a:p>
        </p:txBody>
      </p:sp>
      <p:sp>
        <p:nvSpPr>
          <p:cNvPr id="7" name="Decision 6">
            <a:extLst>
              <a:ext uri="{FF2B5EF4-FFF2-40B4-BE49-F238E27FC236}">
                <a16:creationId xmlns:a16="http://schemas.microsoft.com/office/drawing/2014/main" id="{9D9A13D3-E8C6-FD5B-A43A-31878BFFBBC8}"/>
              </a:ext>
            </a:extLst>
          </p:cNvPr>
          <p:cNvSpPr/>
          <p:nvPr/>
        </p:nvSpPr>
        <p:spPr>
          <a:xfrm>
            <a:off x="4589584" y="1541585"/>
            <a:ext cx="3012831" cy="1887415"/>
          </a:xfrm>
          <a:prstGeom prst="flowChartDecisi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Are you testing or modifying Flexodeal?</a:t>
            </a:r>
          </a:p>
        </p:txBody>
      </p:sp>
      <p:sp>
        <p:nvSpPr>
          <p:cNvPr id="8" name="Process 7">
            <a:extLst>
              <a:ext uri="{FF2B5EF4-FFF2-40B4-BE49-F238E27FC236}">
                <a16:creationId xmlns:a16="http://schemas.microsoft.com/office/drawing/2014/main" id="{D2000EE7-3884-CAB9-02D3-5E352329290A}"/>
              </a:ext>
            </a:extLst>
          </p:cNvPr>
          <p:cNvSpPr/>
          <p:nvPr/>
        </p:nvSpPr>
        <p:spPr>
          <a:xfrm>
            <a:off x="1825162" y="4428283"/>
            <a:ext cx="2954215" cy="1283677"/>
          </a:xfrm>
          <a:prstGeom prst="flowChart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Clone the repository from the NML’s GitHub page or download a release.</a:t>
            </a:r>
          </a:p>
        </p:txBody>
      </p:sp>
      <p:sp>
        <p:nvSpPr>
          <p:cNvPr id="9" name="Process 8">
            <a:extLst>
              <a:ext uri="{FF2B5EF4-FFF2-40B4-BE49-F238E27FC236}">
                <a16:creationId xmlns:a16="http://schemas.microsoft.com/office/drawing/2014/main" id="{48C744FF-D3A6-2968-C508-BB660D4A69CD}"/>
              </a:ext>
            </a:extLst>
          </p:cNvPr>
          <p:cNvSpPr/>
          <p:nvPr/>
        </p:nvSpPr>
        <p:spPr>
          <a:xfrm>
            <a:off x="7412625" y="4428282"/>
            <a:ext cx="2965938" cy="1283677"/>
          </a:xfrm>
          <a:prstGeom prst="flowChart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Fork the repository from the NML’s GitHub page, then clone Flexodeal </a:t>
            </a:r>
            <a:r>
              <a:rPr lang="en-US" b="1" dirty="0"/>
              <a:t>from your account</a:t>
            </a:r>
          </a:p>
        </p:txBody>
      </p:sp>
      <p:cxnSp>
        <p:nvCxnSpPr>
          <p:cNvPr id="11" name="Elbow Connector 10">
            <a:extLst>
              <a:ext uri="{FF2B5EF4-FFF2-40B4-BE49-F238E27FC236}">
                <a16:creationId xmlns:a16="http://schemas.microsoft.com/office/drawing/2014/main" id="{C28C56FA-CB7E-C822-F43D-F67FA5D2C158}"/>
              </a:ext>
            </a:extLst>
          </p:cNvPr>
          <p:cNvCxnSpPr>
            <a:stCxn id="7" idx="2"/>
            <a:endCxn id="8" idx="0"/>
          </p:cNvCxnSpPr>
          <p:nvPr/>
        </p:nvCxnSpPr>
        <p:spPr>
          <a:xfrm rot="5400000">
            <a:off x="4199494" y="2531776"/>
            <a:ext cx="999283" cy="2793730"/>
          </a:xfrm>
          <a:prstGeom prst="bentConnector3">
            <a:avLst>
              <a:gd name="adj1" fmla="val 50088"/>
            </a:avLst>
          </a:prstGeom>
          <a:ln w="50800">
            <a:tailEnd type="triangle"/>
          </a:ln>
        </p:spPr>
        <p:style>
          <a:lnRef idx="2">
            <a:schemeClr val="accent1"/>
          </a:lnRef>
          <a:fillRef idx="0">
            <a:schemeClr val="accent1"/>
          </a:fillRef>
          <a:effectRef idx="1">
            <a:schemeClr val="accent1"/>
          </a:effectRef>
          <a:fontRef idx="minor">
            <a:schemeClr val="tx1"/>
          </a:fontRef>
        </p:style>
      </p:cxnSp>
      <p:cxnSp>
        <p:nvCxnSpPr>
          <p:cNvPr id="13" name="Elbow Connector 12">
            <a:extLst>
              <a:ext uri="{FF2B5EF4-FFF2-40B4-BE49-F238E27FC236}">
                <a16:creationId xmlns:a16="http://schemas.microsoft.com/office/drawing/2014/main" id="{1B64FB32-C305-AC8D-A879-F5AA09D8B54A}"/>
              </a:ext>
            </a:extLst>
          </p:cNvPr>
          <p:cNvCxnSpPr>
            <a:stCxn id="7" idx="2"/>
            <a:endCxn id="9" idx="0"/>
          </p:cNvCxnSpPr>
          <p:nvPr/>
        </p:nvCxnSpPr>
        <p:spPr>
          <a:xfrm rot="16200000" flipH="1">
            <a:off x="6996156" y="2528844"/>
            <a:ext cx="999282" cy="2799594"/>
          </a:xfrm>
          <a:prstGeom prst="bentConnector3">
            <a:avLst/>
          </a:prstGeom>
          <a:ln w="50800">
            <a:tailEnd type="triangle"/>
          </a:ln>
        </p:spPr>
        <p:style>
          <a:lnRef idx="2">
            <a:schemeClr val="accent1"/>
          </a:lnRef>
          <a:fillRef idx="0">
            <a:schemeClr val="accent1"/>
          </a:fillRef>
          <a:effectRef idx="1">
            <a:schemeClr val="accent1"/>
          </a:effectRef>
          <a:fontRef idx="minor">
            <a:schemeClr val="tx1"/>
          </a:fontRef>
        </p:style>
      </p:cxnSp>
      <p:sp>
        <p:nvSpPr>
          <p:cNvPr id="15" name="TextBox 14">
            <a:extLst>
              <a:ext uri="{FF2B5EF4-FFF2-40B4-BE49-F238E27FC236}">
                <a16:creationId xmlns:a16="http://schemas.microsoft.com/office/drawing/2014/main" id="{651E37A7-7BB2-E146-7087-BCE5776EDD0B}"/>
              </a:ext>
            </a:extLst>
          </p:cNvPr>
          <p:cNvSpPr txBox="1"/>
          <p:nvPr/>
        </p:nvSpPr>
        <p:spPr>
          <a:xfrm>
            <a:off x="3296407" y="3457765"/>
            <a:ext cx="926857" cy="369332"/>
          </a:xfrm>
          <a:prstGeom prst="rect">
            <a:avLst/>
          </a:prstGeom>
          <a:noFill/>
        </p:spPr>
        <p:txBody>
          <a:bodyPr wrap="none" rtlCol="0">
            <a:spAutoFit/>
          </a:bodyPr>
          <a:lstStyle/>
          <a:p>
            <a:r>
              <a:rPr lang="en-US" dirty="0"/>
              <a:t>Testing</a:t>
            </a:r>
          </a:p>
        </p:txBody>
      </p:sp>
      <p:sp>
        <p:nvSpPr>
          <p:cNvPr id="16" name="TextBox 15">
            <a:extLst>
              <a:ext uri="{FF2B5EF4-FFF2-40B4-BE49-F238E27FC236}">
                <a16:creationId xmlns:a16="http://schemas.microsoft.com/office/drawing/2014/main" id="{851F091A-5DF8-7D18-078F-711B3E097CB1}"/>
              </a:ext>
            </a:extLst>
          </p:cNvPr>
          <p:cNvSpPr txBox="1"/>
          <p:nvPr/>
        </p:nvSpPr>
        <p:spPr>
          <a:xfrm>
            <a:off x="7702639" y="3457765"/>
            <a:ext cx="1192955" cy="369332"/>
          </a:xfrm>
          <a:prstGeom prst="rect">
            <a:avLst/>
          </a:prstGeom>
          <a:noFill/>
        </p:spPr>
        <p:txBody>
          <a:bodyPr wrap="none" rtlCol="0">
            <a:spAutoFit/>
          </a:bodyPr>
          <a:lstStyle/>
          <a:p>
            <a:r>
              <a:rPr lang="en-US" dirty="0"/>
              <a:t>Modifying</a:t>
            </a:r>
          </a:p>
        </p:txBody>
      </p:sp>
    </p:spTree>
    <p:extLst>
      <p:ext uri="{BB962C8B-B14F-4D97-AF65-F5344CB8AC3E}">
        <p14:creationId xmlns:p14="http://schemas.microsoft.com/office/powerpoint/2010/main" val="24651285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AC2A37-C2CF-5821-DA01-9E895F3D240C}"/>
              </a:ext>
            </a:extLst>
          </p:cNvPr>
          <p:cNvSpPr>
            <a:spLocks noGrp="1"/>
          </p:cNvSpPr>
          <p:nvPr>
            <p:ph type="title"/>
          </p:nvPr>
        </p:nvSpPr>
        <p:spPr/>
        <p:txBody>
          <a:bodyPr/>
          <a:lstStyle/>
          <a:p>
            <a:r>
              <a:rPr lang="en-US" dirty="0"/>
              <a:t>Forking a Repository</a:t>
            </a:r>
          </a:p>
        </p:txBody>
      </p:sp>
      <p:graphicFrame>
        <p:nvGraphicFramePr>
          <p:cNvPr id="7" name="Content Placeholder 6">
            <a:extLst>
              <a:ext uri="{FF2B5EF4-FFF2-40B4-BE49-F238E27FC236}">
                <a16:creationId xmlns:a16="http://schemas.microsoft.com/office/drawing/2014/main" id="{71017953-3251-847D-FE85-6426147D14AA}"/>
              </a:ext>
            </a:extLst>
          </p:cNvPr>
          <p:cNvGraphicFramePr>
            <a:graphicFrameLocks noGrp="1"/>
          </p:cNvGraphicFramePr>
          <p:nvPr>
            <p:ph idx="1"/>
            <p:extLst>
              <p:ext uri="{D42A27DB-BD31-4B8C-83A1-F6EECF244321}">
                <p14:modId xmlns:p14="http://schemas.microsoft.com/office/powerpoint/2010/main" val="2441616023"/>
              </p:ext>
            </p:extLst>
          </p:nvPr>
        </p:nvGraphicFramePr>
        <p:xfrm>
          <a:off x="1808012" y="1448927"/>
          <a:ext cx="8575975" cy="406648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Date Placeholder 3">
            <a:extLst>
              <a:ext uri="{FF2B5EF4-FFF2-40B4-BE49-F238E27FC236}">
                <a16:creationId xmlns:a16="http://schemas.microsoft.com/office/drawing/2014/main" id="{7CF392AA-071D-A7BF-22E6-518E3CBCA40F}"/>
              </a:ext>
            </a:extLst>
          </p:cNvPr>
          <p:cNvSpPr>
            <a:spLocks noGrp="1"/>
          </p:cNvSpPr>
          <p:nvPr>
            <p:ph type="dt" sz="half" idx="10"/>
          </p:nvPr>
        </p:nvSpPr>
        <p:spPr/>
        <p:txBody>
          <a:bodyPr/>
          <a:lstStyle/>
          <a:p>
            <a:r>
              <a:rPr lang="en-CA" dirty="0"/>
              <a:t>March 20, 2026</a:t>
            </a:r>
          </a:p>
        </p:txBody>
      </p:sp>
      <p:sp>
        <p:nvSpPr>
          <p:cNvPr id="5" name="Footer Placeholder 4">
            <a:extLst>
              <a:ext uri="{FF2B5EF4-FFF2-40B4-BE49-F238E27FC236}">
                <a16:creationId xmlns:a16="http://schemas.microsoft.com/office/drawing/2014/main" id="{FBB9A17C-34CC-D435-3D26-C16E2FF83EC8}"/>
              </a:ext>
            </a:extLst>
          </p:cNvPr>
          <p:cNvSpPr>
            <a:spLocks noGrp="1"/>
          </p:cNvSpPr>
          <p:nvPr>
            <p:ph type="ftr" sz="quarter" idx="11"/>
          </p:nvPr>
        </p:nvSpPr>
        <p:spPr/>
        <p:txBody>
          <a:bodyPr/>
          <a:lstStyle/>
          <a:p>
            <a:r>
              <a:rPr lang="en-CA" dirty="0"/>
              <a:t>Flexodeal Tutorial 3</a:t>
            </a:r>
          </a:p>
        </p:txBody>
      </p:sp>
      <p:sp>
        <p:nvSpPr>
          <p:cNvPr id="6" name="Slide Number Placeholder 5">
            <a:extLst>
              <a:ext uri="{FF2B5EF4-FFF2-40B4-BE49-F238E27FC236}">
                <a16:creationId xmlns:a16="http://schemas.microsoft.com/office/drawing/2014/main" id="{3F1D83B4-6BA2-15D2-46A2-DF1D595E1A00}"/>
              </a:ext>
            </a:extLst>
          </p:cNvPr>
          <p:cNvSpPr>
            <a:spLocks noGrp="1"/>
          </p:cNvSpPr>
          <p:nvPr>
            <p:ph type="sldNum" sz="quarter" idx="12"/>
          </p:nvPr>
        </p:nvSpPr>
        <p:spPr/>
        <p:txBody>
          <a:bodyPr/>
          <a:lstStyle/>
          <a:p>
            <a:fld id="{0258E0DB-C08A-4E55-BA80-F4258B1DF3D5}" type="slidenum">
              <a:rPr lang="en-CA" smtClean="0"/>
              <a:t>4</a:t>
            </a:fld>
            <a:endParaRPr lang="en-CA" dirty="0"/>
          </a:p>
        </p:txBody>
      </p:sp>
    </p:spTree>
    <p:extLst>
      <p:ext uri="{BB962C8B-B14F-4D97-AF65-F5344CB8AC3E}">
        <p14:creationId xmlns:p14="http://schemas.microsoft.com/office/powerpoint/2010/main" val="31765149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E3507-9E23-32E1-805B-F3C476406DE8}"/>
              </a:ext>
            </a:extLst>
          </p:cNvPr>
          <p:cNvSpPr>
            <a:spLocks noGrp="1"/>
          </p:cNvSpPr>
          <p:nvPr>
            <p:ph type="title"/>
          </p:nvPr>
        </p:nvSpPr>
        <p:spPr/>
        <p:txBody>
          <a:bodyPr/>
          <a:lstStyle/>
          <a:p>
            <a:r>
              <a:rPr lang="en-US" dirty="0"/>
              <a:t>Why Should You Track Your Changes?</a:t>
            </a:r>
          </a:p>
        </p:txBody>
      </p:sp>
      <p:graphicFrame>
        <p:nvGraphicFramePr>
          <p:cNvPr id="7" name="Content Placeholder 6">
            <a:extLst>
              <a:ext uri="{FF2B5EF4-FFF2-40B4-BE49-F238E27FC236}">
                <a16:creationId xmlns:a16="http://schemas.microsoft.com/office/drawing/2014/main" id="{E28F8BC5-E3B6-A7AC-5C27-12BDADD948FE}"/>
              </a:ext>
            </a:extLst>
          </p:cNvPr>
          <p:cNvGraphicFramePr>
            <a:graphicFrameLocks noGrp="1"/>
          </p:cNvGraphicFramePr>
          <p:nvPr>
            <p:ph idx="1"/>
            <p:extLst>
              <p:ext uri="{D42A27DB-BD31-4B8C-83A1-F6EECF244321}">
                <p14:modId xmlns:p14="http://schemas.microsoft.com/office/powerpoint/2010/main" val="259584486"/>
              </p:ext>
            </p:extLst>
          </p:nvPr>
        </p:nvGraphicFramePr>
        <p:xfrm>
          <a:off x="1784350" y="1318351"/>
          <a:ext cx="8623300" cy="49037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Date Placeholder 3">
            <a:extLst>
              <a:ext uri="{FF2B5EF4-FFF2-40B4-BE49-F238E27FC236}">
                <a16:creationId xmlns:a16="http://schemas.microsoft.com/office/drawing/2014/main" id="{9665A124-15EF-7B0F-9C34-FF0AB53C90FD}"/>
              </a:ext>
            </a:extLst>
          </p:cNvPr>
          <p:cNvSpPr>
            <a:spLocks noGrp="1"/>
          </p:cNvSpPr>
          <p:nvPr>
            <p:ph type="dt" sz="half" idx="10"/>
          </p:nvPr>
        </p:nvSpPr>
        <p:spPr/>
        <p:txBody>
          <a:bodyPr/>
          <a:lstStyle/>
          <a:p>
            <a:r>
              <a:rPr lang="en-CA" dirty="0"/>
              <a:t>March 20, 2026</a:t>
            </a:r>
          </a:p>
        </p:txBody>
      </p:sp>
      <p:sp>
        <p:nvSpPr>
          <p:cNvPr id="5" name="Footer Placeholder 4">
            <a:extLst>
              <a:ext uri="{FF2B5EF4-FFF2-40B4-BE49-F238E27FC236}">
                <a16:creationId xmlns:a16="http://schemas.microsoft.com/office/drawing/2014/main" id="{25DD0E5E-E60E-21E8-0B47-F20460B8970B}"/>
              </a:ext>
            </a:extLst>
          </p:cNvPr>
          <p:cNvSpPr>
            <a:spLocks noGrp="1"/>
          </p:cNvSpPr>
          <p:nvPr>
            <p:ph type="ftr" sz="quarter" idx="11"/>
          </p:nvPr>
        </p:nvSpPr>
        <p:spPr/>
        <p:txBody>
          <a:bodyPr/>
          <a:lstStyle/>
          <a:p>
            <a:r>
              <a:rPr lang="en-CA" dirty="0"/>
              <a:t>Flexodeal Tutorial 3</a:t>
            </a:r>
          </a:p>
        </p:txBody>
      </p:sp>
      <p:sp>
        <p:nvSpPr>
          <p:cNvPr id="6" name="Slide Number Placeholder 5">
            <a:extLst>
              <a:ext uri="{FF2B5EF4-FFF2-40B4-BE49-F238E27FC236}">
                <a16:creationId xmlns:a16="http://schemas.microsoft.com/office/drawing/2014/main" id="{FD960A3E-1FC4-92FC-F636-647D398B7813}"/>
              </a:ext>
            </a:extLst>
          </p:cNvPr>
          <p:cNvSpPr>
            <a:spLocks noGrp="1"/>
          </p:cNvSpPr>
          <p:nvPr>
            <p:ph type="sldNum" sz="quarter" idx="12"/>
          </p:nvPr>
        </p:nvSpPr>
        <p:spPr/>
        <p:txBody>
          <a:bodyPr/>
          <a:lstStyle/>
          <a:p>
            <a:fld id="{0258E0DB-C08A-4E55-BA80-F4258B1DF3D5}" type="slidenum">
              <a:rPr lang="en-CA" smtClean="0"/>
              <a:t>5</a:t>
            </a:fld>
            <a:endParaRPr lang="en-CA" dirty="0"/>
          </a:p>
        </p:txBody>
      </p:sp>
    </p:spTree>
    <p:extLst>
      <p:ext uri="{BB962C8B-B14F-4D97-AF65-F5344CB8AC3E}">
        <p14:creationId xmlns:p14="http://schemas.microsoft.com/office/powerpoint/2010/main" val="20325714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DCFDE6-9996-2597-C6D5-9642E68B6C0B}"/>
              </a:ext>
            </a:extLst>
          </p:cNvPr>
          <p:cNvSpPr>
            <a:spLocks noGrp="1"/>
          </p:cNvSpPr>
          <p:nvPr>
            <p:ph type="title"/>
          </p:nvPr>
        </p:nvSpPr>
        <p:spPr/>
        <p:txBody>
          <a:bodyPr/>
          <a:lstStyle/>
          <a:p>
            <a:r>
              <a:rPr lang="en-US" dirty="0"/>
              <a:t>Main Goal</a:t>
            </a:r>
          </a:p>
        </p:txBody>
      </p:sp>
      <p:sp>
        <p:nvSpPr>
          <p:cNvPr id="3" name="Content Placeholder 2">
            <a:extLst>
              <a:ext uri="{FF2B5EF4-FFF2-40B4-BE49-F238E27FC236}">
                <a16:creationId xmlns:a16="http://schemas.microsoft.com/office/drawing/2014/main" id="{86C7036C-6312-A3B1-F869-66756282D7CA}"/>
              </a:ext>
            </a:extLst>
          </p:cNvPr>
          <p:cNvSpPr>
            <a:spLocks noGrp="1"/>
          </p:cNvSpPr>
          <p:nvPr>
            <p:ph idx="1"/>
          </p:nvPr>
        </p:nvSpPr>
        <p:spPr>
          <a:xfrm>
            <a:off x="838200" y="2458902"/>
            <a:ext cx="10515600" cy="1940196"/>
          </a:xfrm>
        </p:spPr>
        <p:txBody>
          <a:bodyPr>
            <a:normAutofit/>
          </a:bodyPr>
          <a:lstStyle/>
          <a:p>
            <a:r>
              <a:rPr lang="en-US" dirty="0"/>
              <a:t>We wish to include intramuscular fat in Flexodeal Lite. Since this is already included in Flexodeal, we take relevant design from there and port it over to Flexodeal Lite.</a:t>
            </a:r>
          </a:p>
          <a:p>
            <a:r>
              <a:rPr lang="en-US" dirty="0"/>
              <a:t>We will do this in a tracked setting, starting from the latest version of Flexodeal Lite.</a:t>
            </a:r>
          </a:p>
        </p:txBody>
      </p:sp>
      <p:sp>
        <p:nvSpPr>
          <p:cNvPr id="4" name="Date Placeholder 3">
            <a:extLst>
              <a:ext uri="{FF2B5EF4-FFF2-40B4-BE49-F238E27FC236}">
                <a16:creationId xmlns:a16="http://schemas.microsoft.com/office/drawing/2014/main" id="{492717B1-28A5-8B42-EDBD-0948B96949CC}"/>
              </a:ext>
            </a:extLst>
          </p:cNvPr>
          <p:cNvSpPr>
            <a:spLocks noGrp="1"/>
          </p:cNvSpPr>
          <p:nvPr>
            <p:ph type="dt" sz="half" idx="10"/>
          </p:nvPr>
        </p:nvSpPr>
        <p:spPr/>
        <p:txBody>
          <a:bodyPr/>
          <a:lstStyle/>
          <a:p>
            <a:r>
              <a:rPr lang="en-CA" dirty="0"/>
              <a:t>March 20, 2026</a:t>
            </a:r>
          </a:p>
        </p:txBody>
      </p:sp>
      <p:sp>
        <p:nvSpPr>
          <p:cNvPr id="5" name="Footer Placeholder 4">
            <a:extLst>
              <a:ext uri="{FF2B5EF4-FFF2-40B4-BE49-F238E27FC236}">
                <a16:creationId xmlns:a16="http://schemas.microsoft.com/office/drawing/2014/main" id="{DFFC6AC9-7BFC-40B3-5E05-1BBCAE305B02}"/>
              </a:ext>
            </a:extLst>
          </p:cNvPr>
          <p:cNvSpPr>
            <a:spLocks noGrp="1"/>
          </p:cNvSpPr>
          <p:nvPr>
            <p:ph type="ftr" sz="quarter" idx="11"/>
          </p:nvPr>
        </p:nvSpPr>
        <p:spPr/>
        <p:txBody>
          <a:bodyPr/>
          <a:lstStyle/>
          <a:p>
            <a:r>
              <a:rPr lang="en-CA" dirty="0"/>
              <a:t>Flexodeal Tutorial 3</a:t>
            </a:r>
          </a:p>
        </p:txBody>
      </p:sp>
      <p:sp>
        <p:nvSpPr>
          <p:cNvPr id="6" name="Slide Number Placeholder 5">
            <a:extLst>
              <a:ext uri="{FF2B5EF4-FFF2-40B4-BE49-F238E27FC236}">
                <a16:creationId xmlns:a16="http://schemas.microsoft.com/office/drawing/2014/main" id="{F18668B4-6D79-CF63-7CCD-8D8E3C34EA14}"/>
              </a:ext>
            </a:extLst>
          </p:cNvPr>
          <p:cNvSpPr>
            <a:spLocks noGrp="1"/>
          </p:cNvSpPr>
          <p:nvPr>
            <p:ph type="sldNum" sz="quarter" idx="12"/>
          </p:nvPr>
        </p:nvSpPr>
        <p:spPr/>
        <p:txBody>
          <a:bodyPr/>
          <a:lstStyle/>
          <a:p>
            <a:fld id="{0258E0DB-C08A-4E55-BA80-F4258B1DF3D5}" type="slidenum">
              <a:rPr lang="en-CA" smtClean="0"/>
              <a:t>6</a:t>
            </a:fld>
            <a:endParaRPr lang="en-CA" dirty="0"/>
          </a:p>
        </p:txBody>
      </p:sp>
    </p:spTree>
    <p:extLst>
      <p:ext uri="{BB962C8B-B14F-4D97-AF65-F5344CB8AC3E}">
        <p14:creationId xmlns:p14="http://schemas.microsoft.com/office/powerpoint/2010/main" val="11372790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0D371A-E2CC-8F0D-956F-B4C35561B42B}"/>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6276EC01-283A-F403-7C26-A8DC92A7EE49}"/>
              </a:ext>
            </a:extLst>
          </p:cNvPr>
          <p:cNvSpPr>
            <a:spLocks noGrp="1"/>
          </p:cNvSpPr>
          <p:nvPr>
            <p:ph type="dt" sz="half" idx="10"/>
          </p:nvPr>
        </p:nvSpPr>
        <p:spPr/>
        <p:txBody>
          <a:bodyPr/>
          <a:lstStyle/>
          <a:p>
            <a:r>
              <a:rPr lang="en-CA" noProof="0" dirty="0"/>
              <a:t>March 20, 2026</a:t>
            </a:r>
          </a:p>
        </p:txBody>
      </p:sp>
      <p:sp>
        <p:nvSpPr>
          <p:cNvPr id="5" name="Footer Placeholder 4">
            <a:extLst>
              <a:ext uri="{FF2B5EF4-FFF2-40B4-BE49-F238E27FC236}">
                <a16:creationId xmlns:a16="http://schemas.microsoft.com/office/drawing/2014/main" id="{91B92FB7-F336-BE83-AEF1-BE04A619D153}"/>
              </a:ext>
            </a:extLst>
          </p:cNvPr>
          <p:cNvSpPr>
            <a:spLocks noGrp="1"/>
          </p:cNvSpPr>
          <p:nvPr>
            <p:ph type="ftr" sz="quarter" idx="11"/>
          </p:nvPr>
        </p:nvSpPr>
        <p:spPr/>
        <p:txBody>
          <a:bodyPr/>
          <a:lstStyle/>
          <a:p>
            <a:r>
              <a:rPr lang="en-CA" noProof="0" dirty="0"/>
              <a:t>Flexodeal Tutorial 3</a:t>
            </a:r>
          </a:p>
        </p:txBody>
      </p:sp>
      <p:sp>
        <p:nvSpPr>
          <p:cNvPr id="6" name="Slide Number Placeholder 5">
            <a:extLst>
              <a:ext uri="{FF2B5EF4-FFF2-40B4-BE49-F238E27FC236}">
                <a16:creationId xmlns:a16="http://schemas.microsoft.com/office/drawing/2014/main" id="{A250F7FE-1255-CF65-FC80-23153D76EBC5}"/>
              </a:ext>
            </a:extLst>
          </p:cNvPr>
          <p:cNvSpPr>
            <a:spLocks noGrp="1"/>
          </p:cNvSpPr>
          <p:nvPr>
            <p:ph type="sldNum" sz="quarter" idx="12"/>
          </p:nvPr>
        </p:nvSpPr>
        <p:spPr/>
        <p:txBody>
          <a:bodyPr/>
          <a:lstStyle/>
          <a:p>
            <a:fld id="{0258E0DB-C08A-4E55-BA80-F4258B1DF3D5}" type="slidenum">
              <a:rPr lang="en-CA" noProof="0" smtClean="0"/>
              <a:t>7</a:t>
            </a:fld>
            <a:endParaRPr lang="en-CA" noProof="0" dirty="0"/>
          </a:p>
        </p:txBody>
      </p:sp>
      <p:sp>
        <p:nvSpPr>
          <p:cNvPr id="7" name="TextBox 6">
            <a:extLst>
              <a:ext uri="{FF2B5EF4-FFF2-40B4-BE49-F238E27FC236}">
                <a16:creationId xmlns:a16="http://schemas.microsoft.com/office/drawing/2014/main" id="{56F4E3EE-1AD7-4300-055B-099120E5E700}"/>
              </a:ext>
            </a:extLst>
          </p:cNvPr>
          <p:cNvSpPr txBox="1"/>
          <p:nvPr/>
        </p:nvSpPr>
        <p:spPr>
          <a:xfrm>
            <a:off x="1566022" y="2644170"/>
            <a:ext cx="9059956" cy="1569660"/>
          </a:xfrm>
          <a:prstGeom prst="rect">
            <a:avLst/>
          </a:prstGeom>
          <a:noFill/>
        </p:spPr>
        <p:txBody>
          <a:bodyPr wrap="square" rtlCol="0">
            <a:spAutoFit/>
          </a:bodyPr>
          <a:lstStyle/>
          <a:p>
            <a:pPr algn="ctr"/>
            <a:r>
              <a:rPr lang="en-CA" sz="4800" noProof="0" dirty="0">
                <a:solidFill>
                  <a:schemeClr val="accent2"/>
                </a:solidFill>
                <a:latin typeface="+mj-lt"/>
              </a:rPr>
              <a:t>Introducing Intramuscular </a:t>
            </a:r>
            <a:r>
              <a:rPr lang="en-CA" sz="4800" dirty="0">
                <a:solidFill>
                  <a:schemeClr val="accent2"/>
                </a:solidFill>
                <a:latin typeface="+mj-lt"/>
              </a:rPr>
              <a:t>F</a:t>
            </a:r>
            <a:r>
              <a:rPr lang="en-CA" sz="4800" noProof="0" dirty="0">
                <a:solidFill>
                  <a:schemeClr val="accent2"/>
                </a:solidFill>
                <a:latin typeface="+mj-lt"/>
              </a:rPr>
              <a:t>at in Flexodeal Lite</a:t>
            </a:r>
          </a:p>
        </p:txBody>
      </p:sp>
    </p:spTree>
    <p:extLst>
      <p:ext uri="{BB962C8B-B14F-4D97-AF65-F5344CB8AC3E}">
        <p14:creationId xmlns:p14="http://schemas.microsoft.com/office/powerpoint/2010/main" val="5664043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054616-E0C0-D841-1569-B30B3D154EFE}"/>
              </a:ext>
            </a:extLst>
          </p:cNvPr>
          <p:cNvSpPr>
            <a:spLocks noGrp="1"/>
          </p:cNvSpPr>
          <p:nvPr>
            <p:ph type="title"/>
          </p:nvPr>
        </p:nvSpPr>
        <p:spPr/>
        <p:txBody>
          <a:bodyPr/>
          <a:lstStyle/>
          <a:p>
            <a:r>
              <a:rPr lang="en-US" dirty="0"/>
              <a:t>Software Development Life Cycle (SDLC)</a:t>
            </a:r>
          </a:p>
        </p:txBody>
      </p:sp>
      <p:sp>
        <p:nvSpPr>
          <p:cNvPr id="3" name="Content Placeholder 2">
            <a:extLst>
              <a:ext uri="{FF2B5EF4-FFF2-40B4-BE49-F238E27FC236}">
                <a16:creationId xmlns:a16="http://schemas.microsoft.com/office/drawing/2014/main" id="{25F4DD3A-B8DC-BF7E-DE5A-989B2801201F}"/>
              </a:ext>
            </a:extLst>
          </p:cNvPr>
          <p:cNvSpPr>
            <a:spLocks noGrp="1"/>
          </p:cNvSpPr>
          <p:nvPr>
            <p:ph idx="1"/>
          </p:nvPr>
        </p:nvSpPr>
        <p:spPr>
          <a:xfrm>
            <a:off x="838200" y="1340637"/>
            <a:ext cx="4114800" cy="4648200"/>
          </a:xfrm>
        </p:spPr>
        <p:txBody>
          <a:bodyPr>
            <a:normAutofit/>
          </a:bodyPr>
          <a:lstStyle/>
          <a:p>
            <a:r>
              <a:rPr lang="en-CA" dirty="0"/>
              <a:t>As with any piece of software, any new feature in Flexodeal should be designed and implemented with care.</a:t>
            </a:r>
          </a:p>
          <a:p>
            <a:pPr marL="0" indent="0">
              <a:buNone/>
            </a:pPr>
            <a:endParaRPr lang="en-CA" dirty="0"/>
          </a:p>
          <a:p>
            <a:r>
              <a:rPr lang="en-CA" dirty="0"/>
              <a:t>The SDLC is a ubiquitous framework for managing an entire software project from start to finish, ensuring consistency, efficiency, and quality. </a:t>
            </a:r>
            <a:endParaRPr lang="en-US" dirty="0"/>
          </a:p>
        </p:txBody>
      </p:sp>
      <p:sp>
        <p:nvSpPr>
          <p:cNvPr id="4" name="Date Placeholder 3">
            <a:extLst>
              <a:ext uri="{FF2B5EF4-FFF2-40B4-BE49-F238E27FC236}">
                <a16:creationId xmlns:a16="http://schemas.microsoft.com/office/drawing/2014/main" id="{E28CD502-275E-6A0D-6F8A-6FC9EF48A034}"/>
              </a:ext>
            </a:extLst>
          </p:cNvPr>
          <p:cNvSpPr>
            <a:spLocks noGrp="1"/>
          </p:cNvSpPr>
          <p:nvPr>
            <p:ph type="dt" sz="half" idx="10"/>
          </p:nvPr>
        </p:nvSpPr>
        <p:spPr/>
        <p:txBody>
          <a:bodyPr/>
          <a:lstStyle/>
          <a:p>
            <a:r>
              <a:rPr lang="en-CA" dirty="0"/>
              <a:t>March 20, 2026</a:t>
            </a:r>
          </a:p>
        </p:txBody>
      </p:sp>
      <p:sp>
        <p:nvSpPr>
          <p:cNvPr id="5" name="Footer Placeholder 4">
            <a:extLst>
              <a:ext uri="{FF2B5EF4-FFF2-40B4-BE49-F238E27FC236}">
                <a16:creationId xmlns:a16="http://schemas.microsoft.com/office/drawing/2014/main" id="{ADECA314-521A-F7EF-77C0-F2453F028F09}"/>
              </a:ext>
            </a:extLst>
          </p:cNvPr>
          <p:cNvSpPr>
            <a:spLocks noGrp="1"/>
          </p:cNvSpPr>
          <p:nvPr>
            <p:ph type="ftr" sz="quarter" idx="11"/>
          </p:nvPr>
        </p:nvSpPr>
        <p:spPr/>
        <p:txBody>
          <a:bodyPr/>
          <a:lstStyle/>
          <a:p>
            <a:r>
              <a:rPr lang="en-CA" dirty="0"/>
              <a:t>Flexodeal Tutorial 3</a:t>
            </a:r>
          </a:p>
        </p:txBody>
      </p:sp>
      <p:sp>
        <p:nvSpPr>
          <p:cNvPr id="6" name="Slide Number Placeholder 5">
            <a:extLst>
              <a:ext uri="{FF2B5EF4-FFF2-40B4-BE49-F238E27FC236}">
                <a16:creationId xmlns:a16="http://schemas.microsoft.com/office/drawing/2014/main" id="{D6EAC5F0-0EBC-99DB-4235-8E35348B7EB8}"/>
              </a:ext>
            </a:extLst>
          </p:cNvPr>
          <p:cNvSpPr>
            <a:spLocks noGrp="1"/>
          </p:cNvSpPr>
          <p:nvPr>
            <p:ph type="sldNum" sz="quarter" idx="12"/>
          </p:nvPr>
        </p:nvSpPr>
        <p:spPr/>
        <p:txBody>
          <a:bodyPr/>
          <a:lstStyle/>
          <a:p>
            <a:fld id="{0258E0DB-C08A-4E55-BA80-F4258B1DF3D5}" type="slidenum">
              <a:rPr lang="en-CA" smtClean="0"/>
              <a:t>8</a:t>
            </a:fld>
            <a:endParaRPr lang="en-CA" dirty="0"/>
          </a:p>
        </p:txBody>
      </p:sp>
      <p:graphicFrame>
        <p:nvGraphicFramePr>
          <p:cNvPr id="7" name="Diagram 6">
            <a:extLst>
              <a:ext uri="{FF2B5EF4-FFF2-40B4-BE49-F238E27FC236}">
                <a16:creationId xmlns:a16="http://schemas.microsoft.com/office/drawing/2014/main" id="{CA1B29BE-8A6D-3F21-EA65-4CAF08DF7BAC}"/>
              </a:ext>
            </a:extLst>
          </p:cNvPr>
          <p:cNvGraphicFramePr/>
          <p:nvPr>
            <p:extLst>
              <p:ext uri="{D42A27DB-BD31-4B8C-83A1-F6EECF244321}">
                <p14:modId xmlns:p14="http://schemas.microsoft.com/office/powerpoint/2010/main" val="1895248638"/>
              </p:ext>
            </p:extLst>
          </p:nvPr>
        </p:nvGraphicFramePr>
        <p:xfrm>
          <a:off x="5029200" y="1340637"/>
          <a:ext cx="6324600" cy="4648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TextBox 7">
            <a:extLst>
              <a:ext uri="{FF2B5EF4-FFF2-40B4-BE49-F238E27FC236}">
                <a16:creationId xmlns:a16="http://schemas.microsoft.com/office/drawing/2014/main" id="{BA8FC3BB-7CE8-EE13-695F-EBD5ECB99FA0}"/>
              </a:ext>
            </a:extLst>
          </p:cNvPr>
          <p:cNvSpPr txBox="1"/>
          <p:nvPr/>
        </p:nvSpPr>
        <p:spPr>
          <a:xfrm>
            <a:off x="6400800" y="6079351"/>
            <a:ext cx="3759200" cy="276999"/>
          </a:xfrm>
          <a:prstGeom prst="rect">
            <a:avLst/>
          </a:prstGeom>
          <a:noFill/>
        </p:spPr>
        <p:txBody>
          <a:bodyPr wrap="square" rtlCol="0">
            <a:spAutoFit/>
          </a:bodyPr>
          <a:lstStyle/>
          <a:p>
            <a:r>
              <a:rPr lang="en-US" sz="1200" dirty="0">
                <a:hlinkClick r:id="rId7"/>
              </a:rPr>
              <a:t>https://github.com/resources/articles/what-is-sdlc</a:t>
            </a:r>
            <a:r>
              <a:rPr lang="en-US" sz="1200" dirty="0"/>
              <a:t> </a:t>
            </a:r>
          </a:p>
        </p:txBody>
      </p:sp>
    </p:spTree>
    <p:extLst>
      <p:ext uri="{BB962C8B-B14F-4D97-AF65-F5344CB8AC3E}">
        <p14:creationId xmlns:p14="http://schemas.microsoft.com/office/powerpoint/2010/main" val="11727773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451C35-CC5F-D116-AD15-33061B4C5371}"/>
              </a:ext>
            </a:extLst>
          </p:cNvPr>
          <p:cNvSpPr>
            <a:spLocks noGrp="1"/>
          </p:cNvSpPr>
          <p:nvPr>
            <p:ph type="title"/>
          </p:nvPr>
        </p:nvSpPr>
        <p:spPr/>
        <p:txBody>
          <a:bodyPr/>
          <a:lstStyle/>
          <a:p>
            <a:r>
              <a:rPr lang="en-US" dirty="0"/>
              <a:t>Requirements Gathering and Analysis</a:t>
            </a:r>
          </a:p>
        </p:txBody>
      </p:sp>
      <p:sp>
        <p:nvSpPr>
          <p:cNvPr id="4" name="Date Placeholder 3">
            <a:extLst>
              <a:ext uri="{FF2B5EF4-FFF2-40B4-BE49-F238E27FC236}">
                <a16:creationId xmlns:a16="http://schemas.microsoft.com/office/drawing/2014/main" id="{4E4886DE-C02C-D184-2D58-59DC38167CC8}"/>
              </a:ext>
            </a:extLst>
          </p:cNvPr>
          <p:cNvSpPr>
            <a:spLocks noGrp="1"/>
          </p:cNvSpPr>
          <p:nvPr>
            <p:ph type="dt" sz="half" idx="10"/>
          </p:nvPr>
        </p:nvSpPr>
        <p:spPr/>
        <p:txBody>
          <a:bodyPr/>
          <a:lstStyle/>
          <a:p>
            <a:r>
              <a:rPr lang="en-CA" dirty="0"/>
              <a:t>March 20, 2026</a:t>
            </a:r>
          </a:p>
        </p:txBody>
      </p:sp>
      <p:sp>
        <p:nvSpPr>
          <p:cNvPr id="5" name="Footer Placeholder 4">
            <a:extLst>
              <a:ext uri="{FF2B5EF4-FFF2-40B4-BE49-F238E27FC236}">
                <a16:creationId xmlns:a16="http://schemas.microsoft.com/office/drawing/2014/main" id="{F425453F-F238-C204-CB0C-D91231B356F0}"/>
              </a:ext>
            </a:extLst>
          </p:cNvPr>
          <p:cNvSpPr>
            <a:spLocks noGrp="1"/>
          </p:cNvSpPr>
          <p:nvPr>
            <p:ph type="ftr" sz="quarter" idx="11"/>
          </p:nvPr>
        </p:nvSpPr>
        <p:spPr/>
        <p:txBody>
          <a:bodyPr/>
          <a:lstStyle/>
          <a:p>
            <a:r>
              <a:rPr lang="en-CA" dirty="0"/>
              <a:t>Flexodeal Tutorial 3</a:t>
            </a:r>
          </a:p>
        </p:txBody>
      </p:sp>
      <p:sp>
        <p:nvSpPr>
          <p:cNvPr id="6" name="Slide Number Placeholder 5">
            <a:extLst>
              <a:ext uri="{FF2B5EF4-FFF2-40B4-BE49-F238E27FC236}">
                <a16:creationId xmlns:a16="http://schemas.microsoft.com/office/drawing/2014/main" id="{E7E04E95-9EE5-8139-3F57-760D00C12D23}"/>
              </a:ext>
            </a:extLst>
          </p:cNvPr>
          <p:cNvSpPr>
            <a:spLocks noGrp="1"/>
          </p:cNvSpPr>
          <p:nvPr>
            <p:ph type="sldNum" sz="quarter" idx="12"/>
          </p:nvPr>
        </p:nvSpPr>
        <p:spPr/>
        <p:txBody>
          <a:bodyPr/>
          <a:lstStyle/>
          <a:p>
            <a:fld id="{0258E0DB-C08A-4E55-BA80-F4258B1DF3D5}" type="slidenum">
              <a:rPr lang="en-CA" smtClean="0"/>
              <a:t>9</a:t>
            </a:fld>
            <a:endParaRPr lang="en-CA" dirty="0"/>
          </a:p>
        </p:txBody>
      </p:sp>
      <p:grpSp>
        <p:nvGrpSpPr>
          <p:cNvPr id="10" name="Group 9">
            <a:extLst>
              <a:ext uri="{FF2B5EF4-FFF2-40B4-BE49-F238E27FC236}">
                <a16:creationId xmlns:a16="http://schemas.microsoft.com/office/drawing/2014/main" id="{564317C4-9656-BE8A-E487-C101D479EDE2}"/>
              </a:ext>
            </a:extLst>
          </p:cNvPr>
          <p:cNvGrpSpPr/>
          <p:nvPr/>
        </p:nvGrpSpPr>
        <p:grpSpPr>
          <a:xfrm>
            <a:off x="1204329" y="1161991"/>
            <a:ext cx="9456241" cy="5170790"/>
            <a:chOff x="925550" y="1161991"/>
            <a:chExt cx="9456241" cy="5170790"/>
          </a:xfrm>
        </p:grpSpPr>
        <p:sp>
          <p:nvSpPr>
            <p:cNvPr id="11" name="Freeform 10">
              <a:extLst>
                <a:ext uri="{FF2B5EF4-FFF2-40B4-BE49-F238E27FC236}">
                  <a16:creationId xmlns:a16="http://schemas.microsoft.com/office/drawing/2014/main" id="{7FF0EB24-8A57-4A01-50B0-9FF48D52187D}"/>
                </a:ext>
              </a:extLst>
            </p:cNvPr>
            <p:cNvSpPr/>
            <p:nvPr/>
          </p:nvSpPr>
          <p:spPr>
            <a:xfrm>
              <a:off x="4122834" y="1246122"/>
              <a:ext cx="6258957" cy="661679"/>
            </a:xfrm>
            <a:custGeom>
              <a:avLst/>
              <a:gdLst>
                <a:gd name="csX0" fmla="*/ 110282 w 661679"/>
                <a:gd name="csY0" fmla="*/ 0 h 6258957"/>
                <a:gd name="csX1" fmla="*/ 551397 w 661679"/>
                <a:gd name="csY1" fmla="*/ 0 h 6258957"/>
                <a:gd name="csX2" fmla="*/ 661679 w 661679"/>
                <a:gd name="csY2" fmla="*/ 110282 h 6258957"/>
                <a:gd name="csX3" fmla="*/ 661679 w 661679"/>
                <a:gd name="csY3" fmla="*/ 6258957 h 6258957"/>
                <a:gd name="csX4" fmla="*/ 661679 w 661679"/>
                <a:gd name="csY4" fmla="*/ 6258957 h 6258957"/>
                <a:gd name="csX5" fmla="*/ 0 w 661679"/>
                <a:gd name="csY5" fmla="*/ 6258957 h 6258957"/>
                <a:gd name="csX6" fmla="*/ 0 w 661679"/>
                <a:gd name="csY6" fmla="*/ 6258957 h 6258957"/>
                <a:gd name="csX7" fmla="*/ 0 w 661679"/>
                <a:gd name="csY7" fmla="*/ 110282 h 6258957"/>
                <a:gd name="csX8" fmla="*/ 110282 w 661679"/>
                <a:gd name="csY8" fmla="*/ 0 h 625895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61679" h="6258957">
                  <a:moveTo>
                    <a:pt x="661679" y="1043183"/>
                  </a:moveTo>
                  <a:lnTo>
                    <a:pt x="661679" y="5215774"/>
                  </a:lnTo>
                  <a:cubicBezTo>
                    <a:pt x="661679" y="5791905"/>
                    <a:pt x="656459" y="6258952"/>
                    <a:pt x="650020" y="6258952"/>
                  </a:cubicBezTo>
                  <a:lnTo>
                    <a:pt x="0" y="6258952"/>
                  </a:lnTo>
                  <a:lnTo>
                    <a:pt x="0" y="6258952"/>
                  </a:lnTo>
                  <a:lnTo>
                    <a:pt x="0" y="5"/>
                  </a:lnTo>
                  <a:lnTo>
                    <a:pt x="0" y="5"/>
                  </a:lnTo>
                  <a:lnTo>
                    <a:pt x="650020" y="5"/>
                  </a:lnTo>
                  <a:cubicBezTo>
                    <a:pt x="656459" y="5"/>
                    <a:pt x="661679" y="467052"/>
                    <a:pt x="661679" y="1043183"/>
                  </a:cubicBezTo>
                  <a:close/>
                </a:path>
              </a:pathLst>
            </a:custGeom>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247651" tIns="156125" rIns="279950" bIns="156127" numCol="1" spcCol="1270" anchor="ctr" anchorCtr="0">
              <a:noAutofit/>
            </a:bodyPr>
            <a:lstStyle/>
            <a:p>
              <a:pPr marL="114300" lvl="1" indent="-114300" algn="l" defTabSz="533400">
                <a:lnSpc>
                  <a:spcPct val="90000"/>
                </a:lnSpc>
                <a:spcBef>
                  <a:spcPct val="0"/>
                </a:spcBef>
                <a:spcAft>
                  <a:spcPct val="15000"/>
                </a:spcAft>
                <a:buChar char="•"/>
              </a:pPr>
              <a:r>
                <a:rPr lang="en-US" sz="1200" kern="1200" dirty="0"/>
                <a:t>Capture the effect of intramuscular fat on active muscle dynamics.</a:t>
              </a:r>
            </a:p>
          </p:txBody>
        </p:sp>
        <p:sp>
          <p:nvSpPr>
            <p:cNvPr id="12" name="Freeform 11">
              <a:extLst>
                <a:ext uri="{FF2B5EF4-FFF2-40B4-BE49-F238E27FC236}">
                  <a16:creationId xmlns:a16="http://schemas.microsoft.com/office/drawing/2014/main" id="{1DABD255-C74A-6FE3-A48F-4B3778CFB6EA}"/>
                </a:ext>
              </a:extLst>
            </p:cNvPr>
            <p:cNvSpPr/>
            <p:nvPr/>
          </p:nvSpPr>
          <p:spPr>
            <a:xfrm>
              <a:off x="925551" y="1161991"/>
              <a:ext cx="3211552" cy="827099"/>
            </a:xfrm>
            <a:custGeom>
              <a:avLst/>
              <a:gdLst>
                <a:gd name="csX0" fmla="*/ 0 w 3520663"/>
                <a:gd name="csY0" fmla="*/ 137853 h 827099"/>
                <a:gd name="csX1" fmla="*/ 137853 w 3520663"/>
                <a:gd name="csY1" fmla="*/ 0 h 827099"/>
                <a:gd name="csX2" fmla="*/ 3382810 w 3520663"/>
                <a:gd name="csY2" fmla="*/ 0 h 827099"/>
                <a:gd name="csX3" fmla="*/ 3520663 w 3520663"/>
                <a:gd name="csY3" fmla="*/ 137853 h 827099"/>
                <a:gd name="csX4" fmla="*/ 3520663 w 3520663"/>
                <a:gd name="csY4" fmla="*/ 689246 h 827099"/>
                <a:gd name="csX5" fmla="*/ 3382810 w 3520663"/>
                <a:gd name="csY5" fmla="*/ 827099 h 827099"/>
                <a:gd name="csX6" fmla="*/ 137853 w 3520663"/>
                <a:gd name="csY6" fmla="*/ 827099 h 827099"/>
                <a:gd name="csX7" fmla="*/ 0 w 3520663"/>
                <a:gd name="csY7" fmla="*/ 689246 h 827099"/>
                <a:gd name="csX8" fmla="*/ 0 w 3520663"/>
                <a:gd name="csY8" fmla="*/ 137853 h 82709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520663" h="827099">
                  <a:moveTo>
                    <a:pt x="0" y="137853"/>
                  </a:moveTo>
                  <a:cubicBezTo>
                    <a:pt x="0" y="61719"/>
                    <a:pt x="61719" y="0"/>
                    <a:pt x="137853" y="0"/>
                  </a:cubicBezTo>
                  <a:lnTo>
                    <a:pt x="3382810" y="0"/>
                  </a:lnTo>
                  <a:cubicBezTo>
                    <a:pt x="3458944" y="0"/>
                    <a:pt x="3520663" y="61719"/>
                    <a:pt x="3520663" y="137853"/>
                  </a:cubicBezTo>
                  <a:lnTo>
                    <a:pt x="3520663" y="689246"/>
                  </a:lnTo>
                  <a:cubicBezTo>
                    <a:pt x="3520663" y="765380"/>
                    <a:pt x="3458944" y="827099"/>
                    <a:pt x="3382810" y="827099"/>
                  </a:cubicBezTo>
                  <a:lnTo>
                    <a:pt x="137853" y="827099"/>
                  </a:lnTo>
                  <a:cubicBezTo>
                    <a:pt x="61719" y="827099"/>
                    <a:pt x="0" y="765380"/>
                    <a:pt x="0" y="689246"/>
                  </a:cubicBezTo>
                  <a:lnTo>
                    <a:pt x="0" y="137853"/>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01336" tIns="70856" rIns="101336" bIns="70856" numCol="1" spcCol="1270" anchor="ctr" anchorCtr="0">
              <a:noAutofit/>
            </a:bodyPr>
            <a:lstStyle/>
            <a:p>
              <a:pPr marL="0" lvl="0" indent="0" algn="ctr" defTabSz="711200">
                <a:lnSpc>
                  <a:spcPct val="90000"/>
                </a:lnSpc>
                <a:spcBef>
                  <a:spcPct val="0"/>
                </a:spcBef>
                <a:spcAft>
                  <a:spcPct val="35000"/>
                </a:spcAft>
                <a:buNone/>
              </a:pPr>
              <a:r>
                <a:rPr lang="en-US" sz="1600" kern="1200" dirty="0"/>
                <a:t>Objective</a:t>
              </a:r>
            </a:p>
          </p:txBody>
        </p:sp>
        <p:sp>
          <p:nvSpPr>
            <p:cNvPr id="13" name="Freeform 12">
              <a:extLst>
                <a:ext uri="{FF2B5EF4-FFF2-40B4-BE49-F238E27FC236}">
                  <a16:creationId xmlns:a16="http://schemas.microsoft.com/office/drawing/2014/main" id="{09167865-E3DF-0AE8-06BB-2DB5C39B6531}"/>
                </a:ext>
              </a:extLst>
            </p:cNvPr>
            <p:cNvSpPr/>
            <p:nvPr/>
          </p:nvSpPr>
          <p:spPr>
            <a:xfrm>
              <a:off x="4122834" y="2114576"/>
              <a:ext cx="6258957" cy="661679"/>
            </a:xfrm>
            <a:custGeom>
              <a:avLst/>
              <a:gdLst>
                <a:gd name="csX0" fmla="*/ 110282 w 661679"/>
                <a:gd name="csY0" fmla="*/ 0 h 6258957"/>
                <a:gd name="csX1" fmla="*/ 551397 w 661679"/>
                <a:gd name="csY1" fmla="*/ 0 h 6258957"/>
                <a:gd name="csX2" fmla="*/ 661679 w 661679"/>
                <a:gd name="csY2" fmla="*/ 110282 h 6258957"/>
                <a:gd name="csX3" fmla="*/ 661679 w 661679"/>
                <a:gd name="csY3" fmla="*/ 6258957 h 6258957"/>
                <a:gd name="csX4" fmla="*/ 661679 w 661679"/>
                <a:gd name="csY4" fmla="*/ 6258957 h 6258957"/>
                <a:gd name="csX5" fmla="*/ 0 w 661679"/>
                <a:gd name="csY5" fmla="*/ 6258957 h 6258957"/>
                <a:gd name="csX6" fmla="*/ 0 w 661679"/>
                <a:gd name="csY6" fmla="*/ 6258957 h 6258957"/>
                <a:gd name="csX7" fmla="*/ 0 w 661679"/>
                <a:gd name="csY7" fmla="*/ 110282 h 6258957"/>
                <a:gd name="csX8" fmla="*/ 110282 w 661679"/>
                <a:gd name="csY8" fmla="*/ 0 h 625895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61679" h="6258957">
                  <a:moveTo>
                    <a:pt x="661679" y="1043183"/>
                  </a:moveTo>
                  <a:lnTo>
                    <a:pt x="661679" y="5215774"/>
                  </a:lnTo>
                  <a:cubicBezTo>
                    <a:pt x="661679" y="5791905"/>
                    <a:pt x="656459" y="6258952"/>
                    <a:pt x="650020" y="6258952"/>
                  </a:cubicBezTo>
                  <a:lnTo>
                    <a:pt x="0" y="6258952"/>
                  </a:lnTo>
                  <a:lnTo>
                    <a:pt x="0" y="6258952"/>
                  </a:lnTo>
                  <a:lnTo>
                    <a:pt x="0" y="5"/>
                  </a:lnTo>
                  <a:lnTo>
                    <a:pt x="0" y="5"/>
                  </a:lnTo>
                  <a:lnTo>
                    <a:pt x="650020" y="5"/>
                  </a:lnTo>
                  <a:cubicBezTo>
                    <a:pt x="656459" y="5"/>
                    <a:pt x="661679" y="467052"/>
                    <a:pt x="661679" y="1043183"/>
                  </a:cubicBezTo>
                  <a:close/>
                </a:path>
              </a:pathLst>
            </a:custGeom>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247651" tIns="156125" rIns="279950" bIns="156127" numCol="1" spcCol="1270" anchor="ctr" anchorCtr="0">
              <a:noAutofit/>
            </a:bodyPr>
            <a:lstStyle/>
            <a:p>
              <a:pPr marL="114300" lvl="1" indent="-114300" algn="l" defTabSz="533400">
                <a:lnSpc>
                  <a:spcPct val="90000"/>
                </a:lnSpc>
                <a:spcBef>
                  <a:spcPct val="0"/>
                </a:spcBef>
                <a:spcAft>
                  <a:spcPct val="15000"/>
                </a:spcAft>
                <a:buChar char="•"/>
              </a:pPr>
              <a:r>
                <a:rPr lang="en-US" sz="1200" kern="1200" dirty="0"/>
                <a:t>Homogenized strain-energy function </a:t>
              </a:r>
            </a:p>
            <a:p>
              <a:pPr marL="114300" lvl="1" indent="-114300" algn="l" defTabSz="533400">
                <a:lnSpc>
                  <a:spcPct val="90000"/>
                </a:lnSpc>
                <a:spcBef>
                  <a:spcPct val="0"/>
                </a:spcBef>
                <a:spcAft>
                  <a:spcPct val="15000"/>
                </a:spcAft>
                <a:buChar char="•"/>
              </a:pPr>
              <a:r>
                <a:rPr lang="en-US" sz="1200" kern="1200" dirty="0"/>
                <a:t>Fat is assumed to be isotropic, quasi-incompressible, and uniformly distributed.</a:t>
              </a:r>
            </a:p>
          </p:txBody>
        </p:sp>
        <p:sp>
          <p:nvSpPr>
            <p:cNvPr id="14" name="Freeform 13">
              <a:extLst>
                <a:ext uri="{FF2B5EF4-FFF2-40B4-BE49-F238E27FC236}">
                  <a16:creationId xmlns:a16="http://schemas.microsoft.com/office/drawing/2014/main" id="{9C620C1D-AE15-8E8E-1951-E8BC25DADBD8}"/>
                </a:ext>
              </a:extLst>
            </p:cNvPr>
            <p:cNvSpPr/>
            <p:nvPr/>
          </p:nvSpPr>
          <p:spPr>
            <a:xfrm>
              <a:off x="925550" y="2031865"/>
              <a:ext cx="3211553" cy="827099"/>
            </a:xfrm>
            <a:custGeom>
              <a:avLst/>
              <a:gdLst>
                <a:gd name="csX0" fmla="*/ 0 w 3520663"/>
                <a:gd name="csY0" fmla="*/ 137853 h 827099"/>
                <a:gd name="csX1" fmla="*/ 137853 w 3520663"/>
                <a:gd name="csY1" fmla="*/ 0 h 827099"/>
                <a:gd name="csX2" fmla="*/ 3382810 w 3520663"/>
                <a:gd name="csY2" fmla="*/ 0 h 827099"/>
                <a:gd name="csX3" fmla="*/ 3520663 w 3520663"/>
                <a:gd name="csY3" fmla="*/ 137853 h 827099"/>
                <a:gd name="csX4" fmla="*/ 3520663 w 3520663"/>
                <a:gd name="csY4" fmla="*/ 689246 h 827099"/>
                <a:gd name="csX5" fmla="*/ 3382810 w 3520663"/>
                <a:gd name="csY5" fmla="*/ 827099 h 827099"/>
                <a:gd name="csX6" fmla="*/ 137853 w 3520663"/>
                <a:gd name="csY6" fmla="*/ 827099 h 827099"/>
                <a:gd name="csX7" fmla="*/ 0 w 3520663"/>
                <a:gd name="csY7" fmla="*/ 689246 h 827099"/>
                <a:gd name="csX8" fmla="*/ 0 w 3520663"/>
                <a:gd name="csY8" fmla="*/ 137853 h 82709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520663" h="827099">
                  <a:moveTo>
                    <a:pt x="0" y="137853"/>
                  </a:moveTo>
                  <a:cubicBezTo>
                    <a:pt x="0" y="61719"/>
                    <a:pt x="61719" y="0"/>
                    <a:pt x="137853" y="0"/>
                  </a:cubicBezTo>
                  <a:lnTo>
                    <a:pt x="3382810" y="0"/>
                  </a:lnTo>
                  <a:cubicBezTo>
                    <a:pt x="3458944" y="0"/>
                    <a:pt x="3520663" y="61719"/>
                    <a:pt x="3520663" y="137853"/>
                  </a:cubicBezTo>
                  <a:lnTo>
                    <a:pt x="3520663" y="689246"/>
                  </a:lnTo>
                  <a:cubicBezTo>
                    <a:pt x="3520663" y="765380"/>
                    <a:pt x="3458944" y="827099"/>
                    <a:pt x="3382810" y="827099"/>
                  </a:cubicBezTo>
                  <a:lnTo>
                    <a:pt x="137853" y="827099"/>
                  </a:lnTo>
                  <a:cubicBezTo>
                    <a:pt x="61719" y="827099"/>
                    <a:pt x="0" y="765380"/>
                    <a:pt x="0" y="689246"/>
                  </a:cubicBezTo>
                  <a:lnTo>
                    <a:pt x="0" y="137853"/>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01336" tIns="70856" rIns="101336" bIns="70856" numCol="1" spcCol="1270" anchor="ctr" anchorCtr="0">
              <a:noAutofit/>
            </a:bodyPr>
            <a:lstStyle/>
            <a:p>
              <a:pPr marL="0" lvl="0" indent="0" algn="ctr" defTabSz="711200">
                <a:lnSpc>
                  <a:spcPct val="90000"/>
                </a:lnSpc>
                <a:spcBef>
                  <a:spcPct val="0"/>
                </a:spcBef>
                <a:spcAft>
                  <a:spcPct val="35000"/>
                </a:spcAft>
                <a:buNone/>
              </a:pPr>
              <a:r>
                <a:rPr lang="en-US" sz="1600" kern="1200" dirty="0"/>
                <a:t>Modelling Approach</a:t>
              </a:r>
            </a:p>
          </p:txBody>
        </p:sp>
        <p:sp>
          <p:nvSpPr>
            <p:cNvPr id="15" name="Freeform 14">
              <a:extLst>
                <a:ext uri="{FF2B5EF4-FFF2-40B4-BE49-F238E27FC236}">
                  <a16:creationId xmlns:a16="http://schemas.microsoft.com/office/drawing/2014/main" id="{1FB519DE-0CAA-8C41-5B7C-D3D771A9DBFA}"/>
                </a:ext>
              </a:extLst>
            </p:cNvPr>
            <p:cNvSpPr/>
            <p:nvPr/>
          </p:nvSpPr>
          <p:spPr>
            <a:xfrm>
              <a:off x="4122834" y="2983030"/>
              <a:ext cx="6258957" cy="661679"/>
            </a:xfrm>
            <a:custGeom>
              <a:avLst/>
              <a:gdLst>
                <a:gd name="csX0" fmla="*/ 110282 w 661679"/>
                <a:gd name="csY0" fmla="*/ 0 h 6258957"/>
                <a:gd name="csX1" fmla="*/ 551397 w 661679"/>
                <a:gd name="csY1" fmla="*/ 0 h 6258957"/>
                <a:gd name="csX2" fmla="*/ 661679 w 661679"/>
                <a:gd name="csY2" fmla="*/ 110282 h 6258957"/>
                <a:gd name="csX3" fmla="*/ 661679 w 661679"/>
                <a:gd name="csY3" fmla="*/ 6258957 h 6258957"/>
                <a:gd name="csX4" fmla="*/ 661679 w 661679"/>
                <a:gd name="csY4" fmla="*/ 6258957 h 6258957"/>
                <a:gd name="csX5" fmla="*/ 0 w 661679"/>
                <a:gd name="csY5" fmla="*/ 6258957 h 6258957"/>
                <a:gd name="csX6" fmla="*/ 0 w 661679"/>
                <a:gd name="csY6" fmla="*/ 6258957 h 6258957"/>
                <a:gd name="csX7" fmla="*/ 0 w 661679"/>
                <a:gd name="csY7" fmla="*/ 110282 h 6258957"/>
                <a:gd name="csX8" fmla="*/ 110282 w 661679"/>
                <a:gd name="csY8" fmla="*/ 0 h 625895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61679" h="6258957">
                  <a:moveTo>
                    <a:pt x="661679" y="1043183"/>
                  </a:moveTo>
                  <a:lnTo>
                    <a:pt x="661679" y="5215774"/>
                  </a:lnTo>
                  <a:cubicBezTo>
                    <a:pt x="661679" y="5791905"/>
                    <a:pt x="656459" y="6258952"/>
                    <a:pt x="650020" y="6258952"/>
                  </a:cubicBezTo>
                  <a:lnTo>
                    <a:pt x="0" y="6258952"/>
                  </a:lnTo>
                  <a:lnTo>
                    <a:pt x="0" y="6258952"/>
                  </a:lnTo>
                  <a:lnTo>
                    <a:pt x="0" y="5"/>
                  </a:lnTo>
                  <a:lnTo>
                    <a:pt x="0" y="5"/>
                  </a:lnTo>
                  <a:lnTo>
                    <a:pt x="650020" y="5"/>
                  </a:lnTo>
                  <a:cubicBezTo>
                    <a:pt x="656459" y="5"/>
                    <a:pt x="661679" y="467052"/>
                    <a:pt x="661679" y="1043183"/>
                  </a:cubicBezTo>
                  <a:close/>
                </a:path>
              </a:pathLst>
            </a:custGeom>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247651" tIns="156125" rIns="279950" bIns="156127" numCol="1" spcCol="1270" anchor="ctr" anchorCtr="0">
              <a:noAutofit/>
            </a:bodyPr>
            <a:lstStyle/>
            <a:p>
              <a:pPr marL="114300" lvl="1" indent="-114300" algn="l" defTabSz="533400">
                <a:lnSpc>
                  <a:spcPct val="90000"/>
                </a:lnSpc>
                <a:spcBef>
                  <a:spcPct val="0"/>
                </a:spcBef>
                <a:spcAft>
                  <a:spcPct val="15000"/>
                </a:spcAft>
                <a:buChar char="•"/>
              </a:pPr>
              <a:r>
                <a:rPr lang="en-US" sz="1200" kern="1200" dirty="0"/>
                <a:t>Fat fraction</a:t>
              </a:r>
              <a:endParaRPr lang="en-US" sz="1200" kern="1200" baseline="-25000" dirty="0"/>
            </a:p>
            <a:p>
              <a:pPr marL="114300" lvl="1" indent="-114300" algn="l" defTabSz="533400">
                <a:lnSpc>
                  <a:spcPct val="90000"/>
                </a:lnSpc>
                <a:spcBef>
                  <a:spcPct val="0"/>
                </a:spcBef>
                <a:spcAft>
                  <a:spcPct val="15000"/>
                </a:spcAft>
                <a:buChar char="•"/>
              </a:pPr>
              <a:r>
                <a:rPr lang="en-US" sz="1200" kern="1200" dirty="0"/>
                <a:t>Parameters that define the strain-energy function for fat</a:t>
              </a:r>
              <a:endParaRPr lang="en-US" sz="1200" kern="1200" baseline="-25000" dirty="0"/>
            </a:p>
          </p:txBody>
        </p:sp>
        <p:sp>
          <p:nvSpPr>
            <p:cNvPr id="16" name="Freeform 15">
              <a:extLst>
                <a:ext uri="{FF2B5EF4-FFF2-40B4-BE49-F238E27FC236}">
                  <a16:creationId xmlns:a16="http://schemas.microsoft.com/office/drawing/2014/main" id="{82E6B609-5894-B29C-C0C9-374FFAE5515E}"/>
                </a:ext>
              </a:extLst>
            </p:cNvPr>
            <p:cNvSpPr/>
            <p:nvPr/>
          </p:nvSpPr>
          <p:spPr>
            <a:xfrm>
              <a:off x="925550" y="2900319"/>
              <a:ext cx="3211553" cy="827099"/>
            </a:xfrm>
            <a:custGeom>
              <a:avLst/>
              <a:gdLst>
                <a:gd name="csX0" fmla="*/ 0 w 3520663"/>
                <a:gd name="csY0" fmla="*/ 137853 h 827099"/>
                <a:gd name="csX1" fmla="*/ 137853 w 3520663"/>
                <a:gd name="csY1" fmla="*/ 0 h 827099"/>
                <a:gd name="csX2" fmla="*/ 3382810 w 3520663"/>
                <a:gd name="csY2" fmla="*/ 0 h 827099"/>
                <a:gd name="csX3" fmla="*/ 3520663 w 3520663"/>
                <a:gd name="csY3" fmla="*/ 137853 h 827099"/>
                <a:gd name="csX4" fmla="*/ 3520663 w 3520663"/>
                <a:gd name="csY4" fmla="*/ 689246 h 827099"/>
                <a:gd name="csX5" fmla="*/ 3382810 w 3520663"/>
                <a:gd name="csY5" fmla="*/ 827099 h 827099"/>
                <a:gd name="csX6" fmla="*/ 137853 w 3520663"/>
                <a:gd name="csY6" fmla="*/ 827099 h 827099"/>
                <a:gd name="csX7" fmla="*/ 0 w 3520663"/>
                <a:gd name="csY7" fmla="*/ 689246 h 827099"/>
                <a:gd name="csX8" fmla="*/ 0 w 3520663"/>
                <a:gd name="csY8" fmla="*/ 137853 h 82709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520663" h="827099">
                  <a:moveTo>
                    <a:pt x="0" y="137853"/>
                  </a:moveTo>
                  <a:cubicBezTo>
                    <a:pt x="0" y="61719"/>
                    <a:pt x="61719" y="0"/>
                    <a:pt x="137853" y="0"/>
                  </a:cubicBezTo>
                  <a:lnTo>
                    <a:pt x="3382810" y="0"/>
                  </a:lnTo>
                  <a:cubicBezTo>
                    <a:pt x="3458944" y="0"/>
                    <a:pt x="3520663" y="61719"/>
                    <a:pt x="3520663" y="137853"/>
                  </a:cubicBezTo>
                  <a:lnTo>
                    <a:pt x="3520663" y="689246"/>
                  </a:lnTo>
                  <a:cubicBezTo>
                    <a:pt x="3520663" y="765380"/>
                    <a:pt x="3458944" y="827099"/>
                    <a:pt x="3382810" y="827099"/>
                  </a:cubicBezTo>
                  <a:lnTo>
                    <a:pt x="137853" y="827099"/>
                  </a:lnTo>
                  <a:cubicBezTo>
                    <a:pt x="61719" y="827099"/>
                    <a:pt x="0" y="765380"/>
                    <a:pt x="0" y="689246"/>
                  </a:cubicBezTo>
                  <a:lnTo>
                    <a:pt x="0" y="137853"/>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01336" tIns="70856" rIns="101336" bIns="70856" numCol="1" spcCol="1270" anchor="ctr" anchorCtr="0">
              <a:noAutofit/>
            </a:bodyPr>
            <a:lstStyle/>
            <a:p>
              <a:pPr marL="0" lvl="0" indent="0" algn="ctr" defTabSz="711200">
                <a:lnSpc>
                  <a:spcPct val="90000"/>
                </a:lnSpc>
                <a:spcBef>
                  <a:spcPct val="0"/>
                </a:spcBef>
                <a:spcAft>
                  <a:spcPct val="35000"/>
                </a:spcAft>
                <a:buNone/>
              </a:pPr>
              <a:r>
                <a:rPr lang="en-US" sz="1600" kern="1200" dirty="0"/>
                <a:t>Inputs</a:t>
              </a:r>
            </a:p>
          </p:txBody>
        </p:sp>
        <p:sp>
          <p:nvSpPr>
            <p:cNvPr id="17" name="Freeform 16">
              <a:extLst>
                <a:ext uri="{FF2B5EF4-FFF2-40B4-BE49-F238E27FC236}">
                  <a16:creationId xmlns:a16="http://schemas.microsoft.com/office/drawing/2014/main" id="{0F716439-1863-5248-13B7-4E0D6D158646}"/>
                </a:ext>
              </a:extLst>
            </p:cNvPr>
            <p:cNvSpPr/>
            <p:nvPr/>
          </p:nvSpPr>
          <p:spPr>
            <a:xfrm>
              <a:off x="4122834" y="3851484"/>
              <a:ext cx="6258957" cy="661679"/>
            </a:xfrm>
            <a:custGeom>
              <a:avLst/>
              <a:gdLst>
                <a:gd name="csX0" fmla="*/ 110282 w 661679"/>
                <a:gd name="csY0" fmla="*/ 0 h 6258957"/>
                <a:gd name="csX1" fmla="*/ 551397 w 661679"/>
                <a:gd name="csY1" fmla="*/ 0 h 6258957"/>
                <a:gd name="csX2" fmla="*/ 661679 w 661679"/>
                <a:gd name="csY2" fmla="*/ 110282 h 6258957"/>
                <a:gd name="csX3" fmla="*/ 661679 w 661679"/>
                <a:gd name="csY3" fmla="*/ 6258957 h 6258957"/>
                <a:gd name="csX4" fmla="*/ 661679 w 661679"/>
                <a:gd name="csY4" fmla="*/ 6258957 h 6258957"/>
                <a:gd name="csX5" fmla="*/ 0 w 661679"/>
                <a:gd name="csY5" fmla="*/ 6258957 h 6258957"/>
                <a:gd name="csX6" fmla="*/ 0 w 661679"/>
                <a:gd name="csY6" fmla="*/ 6258957 h 6258957"/>
                <a:gd name="csX7" fmla="*/ 0 w 661679"/>
                <a:gd name="csY7" fmla="*/ 110282 h 6258957"/>
                <a:gd name="csX8" fmla="*/ 110282 w 661679"/>
                <a:gd name="csY8" fmla="*/ 0 h 625895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61679" h="6258957">
                  <a:moveTo>
                    <a:pt x="661679" y="1043183"/>
                  </a:moveTo>
                  <a:lnTo>
                    <a:pt x="661679" y="5215774"/>
                  </a:lnTo>
                  <a:cubicBezTo>
                    <a:pt x="661679" y="5791905"/>
                    <a:pt x="656459" y="6258952"/>
                    <a:pt x="650020" y="6258952"/>
                  </a:cubicBezTo>
                  <a:lnTo>
                    <a:pt x="0" y="6258952"/>
                  </a:lnTo>
                  <a:lnTo>
                    <a:pt x="0" y="6258952"/>
                  </a:lnTo>
                  <a:lnTo>
                    <a:pt x="0" y="5"/>
                  </a:lnTo>
                  <a:lnTo>
                    <a:pt x="0" y="5"/>
                  </a:lnTo>
                  <a:lnTo>
                    <a:pt x="650020" y="5"/>
                  </a:lnTo>
                  <a:cubicBezTo>
                    <a:pt x="656459" y="5"/>
                    <a:pt x="661679" y="467052"/>
                    <a:pt x="661679" y="1043183"/>
                  </a:cubicBezTo>
                  <a:close/>
                </a:path>
              </a:pathLst>
            </a:custGeom>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247651" tIns="156125" rIns="279950" bIns="156127" numCol="1" spcCol="1270" anchor="ctr" anchorCtr="0">
              <a:noAutofit/>
            </a:bodyPr>
            <a:lstStyle/>
            <a:p>
              <a:pPr marL="114300" lvl="1" indent="-114300" algn="l" defTabSz="533400">
                <a:lnSpc>
                  <a:spcPct val="90000"/>
                </a:lnSpc>
                <a:spcBef>
                  <a:spcPct val="0"/>
                </a:spcBef>
                <a:spcAft>
                  <a:spcPct val="15000"/>
                </a:spcAft>
                <a:buChar char="•"/>
              </a:pPr>
              <a:r>
                <a:rPr lang="en-US" sz="1200" kern="1200" dirty="0"/>
                <a:t>Decreasing force generation with increasing fat fraction.</a:t>
              </a:r>
            </a:p>
            <a:p>
              <a:pPr marL="114300" lvl="1" indent="-114300" algn="l" defTabSz="533400">
                <a:lnSpc>
                  <a:spcPct val="90000"/>
                </a:lnSpc>
                <a:spcBef>
                  <a:spcPct val="0"/>
                </a:spcBef>
                <a:spcAft>
                  <a:spcPct val="15000"/>
                </a:spcAft>
                <a:buChar char="•"/>
              </a:pPr>
              <a:r>
                <a:rPr lang="en-US" sz="1200" kern="1200" dirty="0"/>
                <a:t>Decrease proportional to the fat fraction in the context of an isometric contraction of parallel fibred muscle.</a:t>
              </a:r>
            </a:p>
          </p:txBody>
        </p:sp>
        <p:sp>
          <p:nvSpPr>
            <p:cNvPr id="18" name="Freeform 17">
              <a:extLst>
                <a:ext uri="{FF2B5EF4-FFF2-40B4-BE49-F238E27FC236}">
                  <a16:creationId xmlns:a16="http://schemas.microsoft.com/office/drawing/2014/main" id="{7E7E4D50-E5ED-1A0B-7F34-B203D414C0C2}"/>
                </a:ext>
              </a:extLst>
            </p:cNvPr>
            <p:cNvSpPr/>
            <p:nvPr/>
          </p:nvSpPr>
          <p:spPr>
            <a:xfrm>
              <a:off x="925550" y="3768773"/>
              <a:ext cx="3211553" cy="827099"/>
            </a:xfrm>
            <a:custGeom>
              <a:avLst/>
              <a:gdLst>
                <a:gd name="csX0" fmla="*/ 0 w 3520663"/>
                <a:gd name="csY0" fmla="*/ 137853 h 827099"/>
                <a:gd name="csX1" fmla="*/ 137853 w 3520663"/>
                <a:gd name="csY1" fmla="*/ 0 h 827099"/>
                <a:gd name="csX2" fmla="*/ 3382810 w 3520663"/>
                <a:gd name="csY2" fmla="*/ 0 h 827099"/>
                <a:gd name="csX3" fmla="*/ 3520663 w 3520663"/>
                <a:gd name="csY3" fmla="*/ 137853 h 827099"/>
                <a:gd name="csX4" fmla="*/ 3520663 w 3520663"/>
                <a:gd name="csY4" fmla="*/ 689246 h 827099"/>
                <a:gd name="csX5" fmla="*/ 3382810 w 3520663"/>
                <a:gd name="csY5" fmla="*/ 827099 h 827099"/>
                <a:gd name="csX6" fmla="*/ 137853 w 3520663"/>
                <a:gd name="csY6" fmla="*/ 827099 h 827099"/>
                <a:gd name="csX7" fmla="*/ 0 w 3520663"/>
                <a:gd name="csY7" fmla="*/ 689246 h 827099"/>
                <a:gd name="csX8" fmla="*/ 0 w 3520663"/>
                <a:gd name="csY8" fmla="*/ 137853 h 82709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520663" h="827099">
                  <a:moveTo>
                    <a:pt x="0" y="137853"/>
                  </a:moveTo>
                  <a:cubicBezTo>
                    <a:pt x="0" y="61719"/>
                    <a:pt x="61719" y="0"/>
                    <a:pt x="137853" y="0"/>
                  </a:cubicBezTo>
                  <a:lnTo>
                    <a:pt x="3382810" y="0"/>
                  </a:lnTo>
                  <a:cubicBezTo>
                    <a:pt x="3458944" y="0"/>
                    <a:pt x="3520663" y="61719"/>
                    <a:pt x="3520663" y="137853"/>
                  </a:cubicBezTo>
                  <a:lnTo>
                    <a:pt x="3520663" y="689246"/>
                  </a:lnTo>
                  <a:cubicBezTo>
                    <a:pt x="3520663" y="765380"/>
                    <a:pt x="3458944" y="827099"/>
                    <a:pt x="3382810" y="827099"/>
                  </a:cubicBezTo>
                  <a:lnTo>
                    <a:pt x="137853" y="827099"/>
                  </a:lnTo>
                  <a:cubicBezTo>
                    <a:pt x="61719" y="827099"/>
                    <a:pt x="0" y="765380"/>
                    <a:pt x="0" y="689246"/>
                  </a:cubicBezTo>
                  <a:lnTo>
                    <a:pt x="0" y="137853"/>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01336" tIns="70856" rIns="101336" bIns="70856" numCol="1" spcCol="1270" anchor="ctr" anchorCtr="0">
              <a:noAutofit/>
            </a:bodyPr>
            <a:lstStyle/>
            <a:p>
              <a:pPr marL="0" lvl="0" indent="0" algn="ctr" defTabSz="711200">
                <a:lnSpc>
                  <a:spcPct val="90000"/>
                </a:lnSpc>
                <a:spcBef>
                  <a:spcPct val="0"/>
                </a:spcBef>
                <a:spcAft>
                  <a:spcPct val="35000"/>
                </a:spcAft>
                <a:buNone/>
              </a:pPr>
              <a:r>
                <a:rPr lang="en-CA" sz="1600" kern="1200" noProof="1"/>
                <a:t>Validation Targets</a:t>
              </a:r>
            </a:p>
          </p:txBody>
        </p:sp>
        <p:sp>
          <p:nvSpPr>
            <p:cNvPr id="19" name="Freeform 18">
              <a:extLst>
                <a:ext uri="{FF2B5EF4-FFF2-40B4-BE49-F238E27FC236}">
                  <a16:creationId xmlns:a16="http://schemas.microsoft.com/office/drawing/2014/main" id="{8A1D6B2A-D875-ADFE-ED0C-D6C60ED3E503}"/>
                </a:ext>
              </a:extLst>
            </p:cNvPr>
            <p:cNvSpPr/>
            <p:nvPr/>
          </p:nvSpPr>
          <p:spPr>
            <a:xfrm>
              <a:off x="4122834" y="4719937"/>
              <a:ext cx="6258957" cy="661679"/>
            </a:xfrm>
            <a:custGeom>
              <a:avLst/>
              <a:gdLst>
                <a:gd name="csX0" fmla="*/ 110282 w 661679"/>
                <a:gd name="csY0" fmla="*/ 0 h 6258957"/>
                <a:gd name="csX1" fmla="*/ 551397 w 661679"/>
                <a:gd name="csY1" fmla="*/ 0 h 6258957"/>
                <a:gd name="csX2" fmla="*/ 661679 w 661679"/>
                <a:gd name="csY2" fmla="*/ 110282 h 6258957"/>
                <a:gd name="csX3" fmla="*/ 661679 w 661679"/>
                <a:gd name="csY3" fmla="*/ 6258957 h 6258957"/>
                <a:gd name="csX4" fmla="*/ 661679 w 661679"/>
                <a:gd name="csY4" fmla="*/ 6258957 h 6258957"/>
                <a:gd name="csX5" fmla="*/ 0 w 661679"/>
                <a:gd name="csY5" fmla="*/ 6258957 h 6258957"/>
                <a:gd name="csX6" fmla="*/ 0 w 661679"/>
                <a:gd name="csY6" fmla="*/ 6258957 h 6258957"/>
                <a:gd name="csX7" fmla="*/ 0 w 661679"/>
                <a:gd name="csY7" fmla="*/ 110282 h 6258957"/>
                <a:gd name="csX8" fmla="*/ 110282 w 661679"/>
                <a:gd name="csY8" fmla="*/ 0 h 625895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61679" h="6258957">
                  <a:moveTo>
                    <a:pt x="661679" y="1043183"/>
                  </a:moveTo>
                  <a:lnTo>
                    <a:pt x="661679" y="5215774"/>
                  </a:lnTo>
                  <a:cubicBezTo>
                    <a:pt x="661679" y="5791905"/>
                    <a:pt x="656459" y="6258952"/>
                    <a:pt x="650020" y="6258952"/>
                  </a:cubicBezTo>
                  <a:lnTo>
                    <a:pt x="0" y="6258952"/>
                  </a:lnTo>
                  <a:lnTo>
                    <a:pt x="0" y="6258952"/>
                  </a:lnTo>
                  <a:lnTo>
                    <a:pt x="0" y="5"/>
                  </a:lnTo>
                  <a:lnTo>
                    <a:pt x="0" y="5"/>
                  </a:lnTo>
                  <a:lnTo>
                    <a:pt x="650020" y="5"/>
                  </a:lnTo>
                  <a:cubicBezTo>
                    <a:pt x="656459" y="5"/>
                    <a:pt x="661679" y="467052"/>
                    <a:pt x="661679" y="1043183"/>
                  </a:cubicBezTo>
                  <a:close/>
                </a:path>
              </a:pathLst>
            </a:custGeom>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247651" tIns="156126" rIns="279950" bIns="156126" numCol="1" spcCol="1270" anchor="ctr" anchorCtr="0">
              <a:noAutofit/>
            </a:bodyPr>
            <a:lstStyle/>
            <a:p>
              <a:pPr marL="114300" lvl="1" indent="-114300" algn="l" defTabSz="533400">
                <a:lnSpc>
                  <a:spcPct val="90000"/>
                </a:lnSpc>
                <a:spcBef>
                  <a:spcPct val="0"/>
                </a:spcBef>
                <a:spcAft>
                  <a:spcPct val="15000"/>
                </a:spcAft>
                <a:buChar char="•"/>
              </a:pPr>
              <a:r>
                <a:rPr lang="en-US" sz="1200" kern="1200" dirty="0"/>
                <a:t>Backwards compatible (zero fat fraction should recover original </a:t>
              </a:r>
              <a:r>
                <a:rPr lang="en-US" sz="1200" kern="1200" dirty="0" err="1"/>
                <a:t>behaviour</a:t>
              </a:r>
              <a:r>
                <a:rPr lang="en-US" sz="1200" kern="1200" dirty="0"/>
                <a:t>).</a:t>
              </a:r>
            </a:p>
            <a:p>
              <a:pPr marL="114300" lvl="1" indent="-114300" algn="l" defTabSz="533400">
                <a:lnSpc>
                  <a:spcPct val="90000"/>
                </a:lnSpc>
                <a:spcBef>
                  <a:spcPct val="0"/>
                </a:spcBef>
                <a:spcAft>
                  <a:spcPct val="15000"/>
                </a:spcAft>
                <a:buChar char="•"/>
              </a:pPr>
              <a:r>
                <a:rPr lang="en-US" sz="1200" kern="1200" dirty="0"/>
                <a:t>Minimal computational overhead. </a:t>
              </a:r>
            </a:p>
          </p:txBody>
        </p:sp>
        <p:sp>
          <p:nvSpPr>
            <p:cNvPr id="20" name="Freeform 19">
              <a:extLst>
                <a:ext uri="{FF2B5EF4-FFF2-40B4-BE49-F238E27FC236}">
                  <a16:creationId xmlns:a16="http://schemas.microsoft.com/office/drawing/2014/main" id="{067E8941-F462-AEF5-3299-C4373695F246}"/>
                </a:ext>
              </a:extLst>
            </p:cNvPr>
            <p:cNvSpPr/>
            <p:nvPr/>
          </p:nvSpPr>
          <p:spPr>
            <a:xfrm>
              <a:off x="925550" y="4637228"/>
              <a:ext cx="3211553" cy="827099"/>
            </a:xfrm>
            <a:custGeom>
              <a:avLst/>
              <a:gdLst>
                <a:gd name="csX0" fmla="*/ 0 w 3520663"/>
                <a:gd name="csY0" fmla="*/ 137853 h 827099"/>
                <a:gd name="csX1" fmla="*/ 137853 w 3520663"/>
                <a:gd name="csY1" fmla="*/ 0 h 827099"/>
                <a:gd name="csX2" fmla="*/ 3382810 w 3520663"/>
                <a:gd name="csY2" fmla="*/ 0 h 827099"/>
                <a:gd name="csX3" fmla="*/ 3520663 w 3520663"/>
                <a:gd name="csY3" fmla="*/ 137853 h 827099"/>
                <a:gd name="csX4" fmla="*/ 3520663 w 3520663"/>
                <a:gd name="csY4" fmla="*/ 689246 h 827099"/>
                <a:gd name="csX5" fmla="*/ 3382810 w 3520663"/>
                <a:gd name="csY5" fmla="*/ 827099 h 827099"/>
                <a:gd name="csX6" fmla="*/ 137853 w 3520663"/>
                <a:gd name="csY6" fmla="*/ 827099 h 827099"/>
                <a:gd name="csX7" fmla="*/ 0 w 3520663"/>
                <a:gd name="csY7" fmla="*/ 689246 h 827099"/>
                <a:gd name="csX8" fmla="*/ 0 w 3520663"/>
                <a:gd name="csY8" fmla="*/ 137853 h 82709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520663" h="827099">
                  <a:moveTo>
                    <a:pt x="0" y="137853"/>
                  </a:moveTo>
                  <a:cubicBezTo>
                    <a:pt x="0" y="61719"/>
                    <a:pt x="61719" y="0"/>
                    <a:pt x="137853" y="0"/>
                  </a:cubicBezTo>
                  <a:lnTo>
                    <a:pt x="3382810" y="0"/>
                  </a:lnTo>
                  <a:cubicBezTo>
                    <a:pt x="3458944" y="0"/>
                    <a:pt x="3520663" y="61719"/>
                    <a:pt x="3520663" y="137853"/>
                  </a:cubicBezTo>
                  <a:lnTo>
                    <a:pt x="3520663" y="689246"/>
                  </a:lnTo>
                  <a:cubicBezTo>
                    <a:pt x="3520663" y="765380"/>
                    <a:pt x="3458944" y="827099"/>
                    <a:pt x="3382810" y="827099"/>
                  </a:cubicBezTo>
                  <a:lnTo>
                    <a:pt x="137853" y="827099"/>
                  </a:lnTo>
                  <a:cubicBezTo>
                    <a:pt x="61719" y="827099"/>
                    <a:pt x="0" y="765380"/>
                    <a:pt x="0" y="689246"/>
                  </a:cubicBezTo>
                  <a:lnTo>
                    <a:pt x="0" y="137853"/>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01336" tIns="70856" rIns="101336" bIns="70856" numCol="1" spcCol="1270" anchor="ctr" anchorCtr="0">
              <a:noAutofit/>
            </a:bodyPr>
            <a:lstStyle/>
            <a:p>
              <a:pPr marL="0" lvl="0" indent="0" algn="ctr" defTabSz="711200">
                <a:lnSpc>
                  <a:spcPct val="90000"/>
                </a:lnSpc>
                <a:spcBef>
                  <a:spcPct val="0"/>
                </a:spcBef>
                <a:spcAft>
                  <a:spcPct val="35000"/>
                </a:spcAft>
                <a:buNone/>
              </a:pPr>
              <a:r>
                <a:rPr lang="en-US" sz="1600" kern="1200"/>
                <a:t>Constraints</a:t>
              </a:r>
            </a:p>
          </p:txBody>
        </p:sp>
        <p:sp>
          <p:nvSpPr>
            <p:cNvPr id="21" name="Freeform 20">
              <a:extLst>
                <a:ext uri="{FF2B5EF4-FFF2-40B4-BE49-F238E27FC236}">
                  <a16:creationId xmlns:a16="http://schemas.microsoft.com/office/drawing/2014/main" id="{067650F1-290B-C5D4-7961-35E999556C46}"/>
                </a:ext>
              </a:extLst>
            </p:cNvPr>
            <p:cNvSpPr/>
            <p:nvPr/>
          </p:nvSpPr>
          <p:spPr>
            <a:xfrm>
              <a:off x="4122834" y="5588392"/>
              <a:ext cx="6258957" cy="661680"/>
            </a:xfrm>
            <a:custGeom>
              <a:avLst/>
              <a:gdLst>
                <a:gd name="csX0" fmla="*/ 110282 w 661679"/>
                <a:gd name="csY0" fmla="*/ 0 h 6258957"/>
                <a:gd name="csX1" fmla="*/ 551397 w 661679"/>
                <a:gd name="csY1" fmla="*/ 0 h 6258957"/>
                <a:gd name="csX2" fmla="*/ 661679 w 661679"/>
                <a:gd name="csY2" fmla="*/ 110282 h 6258957"/>
                <a:gd name="csX3" fmla="*/ 661679 w 661679"/>
                <a:gd name="csY3" fmla="*/ 6258957 h 6258957"/>
                <a:gd name="csX4" fmla="*/ 661679 w 661679"/>
                <a:gd name="csY4" fmla="*/ 6258957 h 6258957"/>
                <a:gd name="csX5" fmla="*/ 0 w 661679"/>
                <a:gd name="csY5" fmla="*/ 6258957 h 6258957"/>
                <a:gd name="csX6" fmla="*/ 0 w 661679"/>
                <a:gd name="csY6" fmla="*/ 6258957 h 6258957"/>
                <a:gd name="csX7" fmla="*/ 0 w 661679"/>
                <a:gd name="csY7" fmla="*/ 110282 h 6258957"/>
                <a:gd name="csX8" fmla="*/ 110282 w 661679"/>
                <a:gd name="csY8" fmla="*/ 0 h 625895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61679" h="6258957">
                  <a:moveTo>
                    <a:pt x="661679" y="1043183"/>
                  </a:moveTo>
                  <a:lnTo>
                    <a:pt x="661679" y="5215774"/>
                  </a:lnTo>
                  <a:cubicBezTo>
                    <a:pt x="661679" y="5791905"/>
                    <a:pt x="656459" y="6258952"/>
                    <a:pt x="650020" y="6258952"/>
                  </a:cubicBezTo>
                  <a:lnTo>
                    <a:pt x="0" y="6258952"/>
                  </a:lnTo>
                  <a:lnTo>
                    <a:pt x="0" y="6258952"/>
                  </a:lnTo>
                  <a:lnTo>
                    <a:pt x="0" y="5"/>
                  </a:lnTo>
                  <a:lnTo>
                    <a:pt x="0" y="5"/>
                  </a:lnTo>
                  <a:lnTo>
                    <a:pt x="650020" y="5"/>
                  </a:lnTo>
                  <a:cubicBezTo>
                    <a:pt x="656459" y="5"/>
                    <a:pt x="661679" y="467052"/>
                    <a:pt x="661679" y="1043183"/>
                  </a:cubicBezTo>
                  <a:close/>
                </a:path>
              </a:pathLst>
            </a:custGeom>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247651" tIns="156126" rIns="279950" bIns="156127" numCol="1" spcCol="1270" anchor="ctr" anchorCtr="0">
              <a:noAutofit/>
            </a:bodyPr>
            <a:lstStyle/>
            <a:p>
              <a:pPr marL="114300" lvl="1" indent="-114300" algn="l" defTabSz="533400">
                <a:lnSpc>
                  <a:spcPct val="90000"/>
                </a:lnSpc>
                <a:spcBef>
                  <a:spcPct val="0"/>
                </a:spcBef>
                <a:spcAft>
                  <a:spcPct val="15000"/>
                </a:spcAft>
                <a:buChar char="•"/>
              </a:pPr>
              <a:r>
                <a:rPr lang="en-US" sz="1200" kern="1200"/>
                <a:t>Spatial heterogeneity (clumps).</a:t>
              </a:r>
            </a:p>
            <a:p>
              <a:pPr marL="114300" lvl="1" indent="-114300" algn="l" defTabSz="533400">
                <a:lnSpc>
                  <a:spcPct val="90000"/>
                </a:lnSpc>
                <a:spcBef>
                  <a:spcPct val="0"/>
                </a:spcBef>
                <a:spcAft>
                  <a:spcPct val="15000"/>
                </a:spcAft>
                <a:buChar char="•"/>
              </a:pPr>
              <a:r>
                <a:rPr lang="en-US" sz="1200" kern="1200"/>
                <a:t>Viscoelastic model</a:t>
              </a:r>
            </a:p>
          </p:txBody>
        </p:sp>
        <p:sp>
          <p:nvSpPr>
            <p:cNvPr id="22" name="Freeform 21">
              <a:extLst>
                <a:ext uri="{FF2B5EF4-FFF2-40B4-BE49-F238E27FC236}">
                  <a16:creationId xmlns:a16="http://schemas.microsoft.com/office/drawing/2014/main" id="{7208A325-768A-C809-7104-9F1953E56CF9}"/>
                </a:ext>
              </a:extLst>
            </p:cNvPr>
            <p:cNvSpPr/>
            <p:nvPr/>
          </p:nvSpPr>
          <p:spPr>
            <a:xfrm>
              <a:off x="925550" y="5505682"/>
              <a:ext cx="3211553" cy="827099"/>
            </a:xfrm>
            <a:custGeom>
              <a:avLst/>
              <a:gdLst>
                <a:gd name="csX0" fmla="*/ 0 w 3520663"/>
                <a:gd name="csY0" fmla="*/ 137853 h 827099"/>
                <a:gd name="csX1" fmla="*/ 137853 w 3520663"/>
                <a:gd name="csY1" fmla="*/ 0 h 827099"/>
                <a:gd name="csX2" fmla="*/ 3382810 w 3520663"/>
                <a:gd name="csY2" fmla="*/ 0 h 827099"/>
                <a:gd name="csX3" fmla="*/ 3520663 w 3520663"/>
                <a:gd name="csY3" fmla="*/ 137853 h 827099"/>
                <a:gd name="csX4" fmla="*/ 3520663 w 3520663"/>
                <a:gd name="csY4" fmla="*/ 689246 h 827099"/>
                <a:gd name="csX5" fmla="*/ 3382810 w 3520663"/>
                <a:gd name="csY5" fmla="*/ 827099 h 827099"/>
                <a:gd name="csX6" fmla="*/ 137853 w 3520663"/>
                <a:gd name="csY6" fmla="*/ 827099 h 827099"/>
                <a:gd name="csX7" fmla="*/ 0 w 3520663"/>
                <a:gd name="csY7" fmla="*/ 689246 h 827099"/>
                <a:gd name="csX8" fmla="*/ 0 w 3520663"/>
                <a:gd name="csY8" fmla="*/ 137853 h 82709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520663" h="827099">
                  <a:moveTo>
                    <a:pt x="0" y="137853"/>
                  </a:moveTo>
                  <a:cubicBezTo>
                    <a:pt x="0" y="61719"/>
                    <a:pt x="61719" y="0"/>
                    <a:pt x="137853" y="0"/>
                  </a:cubicBezTo>
                  <a:lnTo>
                    <a:pt x="3382810" y="0"/>
                  </a:lnTo>
                  <a:cubicBezTo>
                    <a:pt x="3458944" y="0"/>
                    <a:pt x="3520663" y="61719"/>
                    <a:pt x="3520663" y="137853"/>
                  </a:cubicBezTo>
                  <a:lnTo>
                    <a:pt x="3520663" y="689246"/>
                  </a:lnTo>
                  <a:cubicBezTo>
                    <a:pt x="3520663" y="765380"/>
                    <a:pt x="3458944" y="827099"/>
                    <a:pt x="3382810" y="827099"/>
                  </a:cubicBezTo>
                  <a:lnTo>
                    <a:pt x="137853" y="827099"/>
                  </a:lnTo>
                  <a:cubicBezTo>
                    <a:pt x="61719" y="827099"/>
                    <a:pt x="0" y="765380"/>
                    <a:pt x="0" y="689246"/>
                  </a:cubicBezTo>
                  <a:lnTo>
                    <a:pt x="0" y="137853"/>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01336" tIns="70856" rIns="101336" bIns="70856" numCol="1" spcCol="1270" anchor="ctr" anchorCtr="0">
              <a:noAutofit/>
            </a:bodyPr>
            <a:lstStyle/>
            <a:p>
              <a:pPr marL="0" lvl="0" indent="0" algn="ctr" defTabSz="711200">
                <a:lnSpc>
                  <a:spcPct val="90000"/>
                </a:lnSpc>
                <a:spcBef>
                  <a:spcPct val="0"/>
                </a:spcBef>
                <a:spcAft>
                  <a:spcPct val="35000"/>
                </a:spcAft>
                <a:buNone/>
              </a:pPr>
              <a:r>
                <a:rPr lang="en-US" sz="1600" kern="1200"/>
                <a:t>Out of Scope</a:t>
              </a:r>
            </a:p>
          </p:txBody>
        </p:sp>
      </p:grpSp>
    </p:spTree>
    <p:extLst>
      <p:ext uri="{BB962C8B-B14F-4D97-AF65-F5344CB8AC3E}">
        <p14:creationId xmlns:p14="http://schemas.microsoft.com/office/powerpoint/2010/main" val="11075064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E87629-EA58-55D7-5A40-E46A7DE044AF}"/>
              </a:ext>
            </a:extLst>
          </p:cNvPr>
          <p:cNvSpPr>
            <a:spLocks noGrp="1"/>
          </p:cNvSpPr>
          <p:nvPr>
            <p:ph type="title"/>
          </p:nvPr>
        </p:nvSpPr>
        <p:spPr/>
        <p:txBody>
          <a:bodyPr/>
          <a:lstStyle/>
          <a:p>
            <a:r>
              <a:rPr lang="en-CA" dirty="0"/>
              <a:t>System Design: Mathematical Details</a:t>
            </a:r>
          </a:p>
        </p:txBody>
      </p:sp>
      <p:sp>
        <p:nvSpPr>
          <p:cNvPr id="4" name="Date Placeholder 3">
            <a:extLst>
              <a:ext uri="{FF2B5EF4-FFF2-40B4-BE49-F238E27FC236}">
                <a16:creationId xmlns:a16="http://schemas.microsoft.com/office/drawing/2014/main" id="{BDBE3C86-F2EF-B4E1-3622-356BDC428D15}"/>
              </a:ext>
            </a:extLst>
          </p:cNvPr>
          <p:cNvSpPr>
            <a:spLocks noGrp="1"/>
          </p:cNvSpPr>
          <p:nvPr>
            <p:ph type="dt" sz="half" idx="10"/>
          </p:nvPr>
        </p:nvSpPr>
        <p:spPr/>
        <p:txBody>
          <a:bodyPr/>
          <a:lstStyle/>
          <a:p>
            <a:r>
              <a:rPr lang="en-CA"/>
              <a:t>March 20, 2026</a:t>
            </a:r>
          </a:p>
        </p:txBody>
      </p:sp>
      <p:sp>
        <p:nvSpPr>
          <p:cNvPr id="5" name="Footer Placeholder 4">
            <a:extLst>
              <a:ext uri="{FF2B5EF4-FFF2-40B4-BE49-F238E27FC236}">
                <a16:creationId xmlns:a16="http://schemas.microsoft.com/office/drawing/2014/main" id="{D1DC7299-0B1C-1BB2-EB4E-B126F6A87A6D}"/>
              </a:ext>
            </a:extLst>
          </p:cNvPr>
          <p:cNvSpPr>
            <a:spLocks noGrp="1"/>
          </p:cNvSpPr>
          <p:nvPr>
            <p:ph type="ftr" sz="quarter" idx="11"/>
          </p:nvPr>
        </p:nvSpPr>
        <p:spPr/>
        <p:txBody>
          <a:bodyPr/>
          <a:lstStyle/>
          <a:p>
            <a:r>
              <a:rPr lang="en-CA"/>
              <a:t>Flexodeal Tutorial 3</a:t>
            </a:r>
          </a:p>
        </p:txBody>
      </p:sp>
      <p:sp>
        <p:nvSpPr>
          <p:cNvPr id="6" name="Slide Number Placeholder 5">
            <a:extLst>
              <a:ext uri="{FF2B5EF4-FFF2-40B4-BE49-F238E27FC236}">
                <a16:creationId xmlns:a16="http://schemas.microsoft.com/office/drawing/2014/main" id="{5E70C7BF-8BEF-795A-400A-6D15A48C7206}"/>
              </a:ext>
            </a:extLst>
          </p:cNvPr>
          <p:cNvSpPr>
            <a:spLocks noGrp="1"/>
          </p:cNvSpPr>
          <p:nvPr>
            <p:ph type="sldNum" sz="quarter" idx="12"/>
          </p:nvPr>
        </p:nvSpPr>
        <p:spPr/>
        <p:txBody>
          <a:bodyPr/>
          <a:lstStyle/>
          <a:p>
            <a:fld id="{0258E0DB-C08A-4E55-BA80-F4258B1DF3D5}" type="slidenum">
              <a:rPr lang="en-CA" smtClean="0"/>
              <a:t>10</a:t>
            </a:fld>
            <a:endParaRPr lang="en-CA"/>
          </a:p>
        </p:txBody>
      </p:sp>
      <p:pic>
        <p:nvPicPr>
          <p:cNvPr id="7" name="Picture 6">
            <a:extLst>
              <a:ext uri="{FF2B5EF4-FFF2-40B4-BE49-F238E27FC236}">
                <a16:creationId xmlns:a16="http://schemas.microsoft.com/office/drawing/2014/main" id="{1FEB97D8-AABD-5433-713C-63963DF6129B}"/>
              </a:ext>
            </a:extLst>
          </p:cNvPr>
          <p:cNvPicPr>
            <a:picLocks noChangeAspect="1"/>
          </p:cNvPicPr>
          <p:nvPr/>
        </p:nvPicPr>
        <p:blipFill>
          <a:blip r:embed="rId2"/>
          <a:stretch>
            <a:fillRect/>
          </a:stretch>
        </p:blipFill>
        <p:spPr>
          <a:xfrm>
            <a:off x="912542" y="1184141"/>
            <a:ext cx="4911630" cy="4581040"/>
          </a:xfrm>
          <a:prstGeom prst="rect">
            <a:avLst/>
          </a:prstGeom>
        </p:spPr>
      </p:pic>
      <p:pic>
        <p:nvPicPr>
          <p:cNvPr id="9" name="Picture 8">
            <a:extLst>
              <a:ext uri="{FF2B5EF4-FFF2-40B4-BE49-F238E27FC236}">
                <a16:creationId xmlns:a16="http://schemas.microsoft.com/office/drawing/2014/main" id="{47C207F4-1C02-9BA2-F5EA-864119AC6696}"/>
              </a:ext>
            </a:extLst>
          </p:cNvPr>
          <p:cNvPicPr>
            <a:picLocks noChangeAspect="1"/>
          </p:cNvPicPr>
          <p:nvPr/>
        </p:nvPicPr>
        <p:blipFill>
          <a:blip r:embed="rId3"/>
          <a:stretch>
            <a:fillRect/>
          </a:stretch>
        </p:blipFill>
        <p:spPr>
          <a:xfrm>
            <a:off x="6025376" y="1184140"/>
            <a:ext cx="5254082" cy="2347747"/>
          </a:xfrm>
          <a:prstGeom prst="rect">
            <a:avLst/>
          </a:prstGeom>
        </p:spPr>
      </p:pic>
      <p:sp>
        <p:nvSpPr>
          <p:cNvPr id="10" name="TextBox 9">
            <a:extLst>
              <a:ext uri="{FF2B5EF4-FFF2-40B4-BE49-F238E27FC236}">
                <a16:creationId xmlns:a16="http://schemas.microsoft.com/office/drawing/2014/main" id="{198B7197-6903-1A20-A42C-F057064E1D12}"/>
              </a:ext>
            </a:extLst>
          </p:cNvPr>
          <p:cNvSpPr txBox="1"/>
          <p:nvPr/>
        </p:nvSpPr>
        <p:spPr>
          <a:xfrm>
            <a:off x="6728832" y="4689389"/>
            <a:ext cx="4114800" cy="369332"/>
          </a:xfrm>
          <a:prstGeom prst="rect">
            <a:avLst/>
          </a:prstGeom>
          <a:ln w="38100">
            <a:solidFill>
              <a:srgbClr val="0000FF"/>
            </a:solidFill>
          </a:ln>
        </p:spPr>
        <p:style>
          <a:lnRef idx="2">
            <a:schemeClr val="dk1"/>
          </a:lnRef>
          <a:fillRef idx="1">
            <a:schemeClr val="lt1"/>
          </a:fillRef>
          <a:effectRef idx="0">
            <a:schemeClr val="dk1"/>
          </a:effectRef>
          <a:fontRef idx="minor">
            <a:schemeClr val="dk1"/>
          </a:fontRef>
        </p:style>
        <p:txBody>
          <a:bodyPr wrap="square" rtlCol="0">
            <a:spAutoFit/>
          </a:bodyPr>
          <a:lstStyle/>
          <a:p>
            <a:r>
              <a:rPr lang="en-CA" dirty="0"/>
              <a:t>Quantities in blue are new to the code</a:t>
            </a:r>
          </a:p>
        </p:txBody>
      </p:sp>
      <p:cxnSp>
        <p:nvCxnSpPr>
          <p:cNvPr id="12" name="Straight Arrow Connector 11">
            <a:extLst>
              <a:ext uri="{FF2B5EF4-FFF2-40B4-BE49-F238E27FC236}">
                <a16:creationId xmlns:a16="http://schemas.microsoft.com/office/drawing/2014/main" id="{BA721CB2-1503-58FB-46B2-96308F98C9B9}"/>
              </a:ext>
            </a:extLst>
          </p:cNvPr>
          <p:cNvCxnSpPr>
            <a:cxnSpLocks/>
            <a:stCxn id="10" idx="1"/>
          </p:cNvCxnSpPr>
          <p:nvPr/>
        </p:nvCxnSpPr>
        <p:spPr>
          <a:xfrm flipH="1" flipV="1">
            <a:off x="4038600" y="2598234"/>
            <a:ext cx="2690232" cy="2275821"/>
          </a:xfrm>
          <a:prstGeom prst="straightConnector1">
            <a:avLst/>
          </a:prstGeom>
          <a:ln w="38100">
            <a:solidFill>
              <a:srgbClr val="0000FF"/>
            </a:solidFill>
            <a:tailEnd type="triangle"/>
          </a:ln>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1F97EA19-C2AE-8AF6-78C8-13A711185B19}"/>
              </a:ext>
            </a:extLst>
          </p:cNvPr>
          <p:cNvCxnSpPr>
            <a:cxnSpLocks/>
            <a:stCxn id="10" idx="1"/>
          </p:cNvCxnSpPr>
          <p:nvPr/>
        </p:nvCxnSpPr>
        <p:spPr>
          <a:xfrm flipH="1" flipV="1">
            <a:off x="5051502" y="4098220"/>
            <a:ext cx="1677330" cy="775835"/>
          </a:xfrm>
          <a:prstGeom prst="straightConnector1">
            <a:avLst/>
          </a:prstGeom>
          <a:ln w="38100">
            <a:solidFill>
              <a:srgbClr val="0000FF"/>
            </a:solidFill>
            <a:tailEnd type="triangle"/>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F25B2912-3A16-0400-DAFA-C6AF722342F1}"/>
              </a:ext>
            </a:extLst>
          </p:cNvPr>
          <p:cNvCxnSpPr>
            <a:cxnSpLocks/>
            <a:stCxn id="10" idx="1"/>
          </p:cNvCxnSpPr>
          <p:nvPr/>
        </p:nvCxnSpPr>
        <p:spPr>
          <a:xfrm flipH="1">
            <a:off x="5051502" y="4874055"/>
            <a:ext cx="1677330" cy="591169"/>
          </a:xfrm>
          <a:prstGeom prst="straightConnector1">
            <a:avLst/>
          </a:prstGeom>
          <a:ln w="38100">
            <a:solidFill>
              <a:srgbClr val="0000FF"/>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481464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AA8131-0316-E857-2E2E-5D5AABA82C45}"/>
              </a:ext>
            </a:extLst>
          </p:cNvPr>
          <p:cNvSpPr>
            <a:spLocks noGrp="1"/>
          </p:cNvSpPr>
          <p:nvPr>
            <p:ph type="title"/>
          </p:nvPr>
        </p:nvSpPr>
        <p:spPr/>
        <p:txBody>
          <a:bodyPr/>
          <a:lstStyle/>
          <a:p>
            <a:r>
              <a:rPr lang="en-US" dirty="0"/>
              <a:t>Coding</a:t>
            </a:r>
          </a:p>
        </p:txBody>
      </p:sp>
      <p:sp>
        <p:nvSpPr>
          <p:cNvPr id="4" name="Date Placeholder 3">
            <a:extLst>
              <a:ext uri="{FF2B5EF4-FFF2-40B4-BE49-F238E27FC236}">
                <a16:creationId xmlns:a16="http://schemas.microsoft.com/office/drawing/2014/main" id="{CB581AFC-ACC0-73F1-235B-26CF503A403E}"/>
              </a:ext>
            </a:extLst>
          </p:cNvPr>
          <p:cNvSpPr>
            <a:spLocks noGrp="1"/>
          </p:cNvSpPr>
          <p:nvPr>
            <p:ph type="dt" sz="half" idx="10"/>
          </p:nvPr>
        </p:nvSpPr>
        <p:spPr/>
        <p:txBody>
          <a:bodyPr/>
          <a:lstStyle/>
          <a:p>
            <a:r>
              <a:rPr lang="en-CA"/>
              <a:t>March 20, 2026</a:t>
            </a:r>
          </a:p>
        </p:txBody>
      </p:sp>
      <p:sp>
        <p:nvSpPr>
          <p:cNvPr id="5" name="Footer Placeholder 4">
            <a:extLst>
              <a:ext uri="{FF2B5EF4-FFF2-40B4-BE49-F238E27FC236}">
                <a16:creationId xmlns:a16="http://schemas.microsoft.com/office/drawing/2014/main" id="{1CF003AB-B166-780A-F2B2-6A002AFCF80E}"/>
              </a:ext>
            </a:extLst>
          </p:cNvPr>
          <p:cNvSpPr>
            <a:spLocks noGrp="1"/>
          </p:cNvSpPr>
          <p:nvPr>
            <p:ph type="ftr" sz="quarter" idx="11"/>
          </p:nvPr>
        </p:nvSpPr>
        <p:spPr/>
        <p:txBody>
          <a:bodyPr/>
          <a:lstStyle/>
          <a:p>
            <a:r>
              <a:rPr lang="en-CA"/>
              <a:t>Flexodeal Tutorial 3</a:t>
            </a:r>
          </a:p>
        </p:txBody>
      </p:sp>
      <p:sp>
        <p:nvSpPr>
          <p:cNvPr id="6" name="Slide Number Placeholder 5">
            <a:extLst>
              <a:ext uri="{FF2B5EF4-FFF2-40B4-BE49-F238E27FC236}">
                <a16:creationId xmlns:a16="http://schemas.microsoft.com/office/drawing/2014/main" id="{5062F4F0-27A4-029F-1C5E-6F6A5FD60D79}"/>
              </a:ext>
            </a:extLst>
          </p:cNvPr>
          <p:cNvSpPr>
            <a:spLocks noGrp="1"/>
          </p:cNvSpPr>
          <p:nvPr>
            <p:ph type="sldNum" sz="quarter" idx="12"/>
          </p:nvPr>
        </p:nvSpPr>
        <p:spPr/>
        <p:txBody>
          <a:bodyPr/>
          <a:lstStyle/>
          <a:p>
            <a:fld id="{0258E0DB-C08A-4E55-BA80-F4258B1DF3D5}" type="slidenum">
              <a:rPr lang="en-CA" smtClean="0"/>
              <a:t>11</a:t>
            </a:fld>
            <a:endParaRPr lang="en-CA"/>
          </a:p>
        </p:txBody>
      </p:sp>
      <p:graphicFrame>
        <p:nvGraphicFramePr>
          <p:cNvPr id="7" name="Table 6">
            <a:extLst>
              <a:ext uri="{FF2B5EF4-FFF2-40B4-BE49-F238E27FC236}">
                <a16:creationId xmlns:a16="http://schemas.microsoft.com/office/drawing/2014/main" id="{3EEFC39B-607E-FFA1-A9C4-40F00F6FF2EC}"/>
              </a:ext>
            </a:extLst>
          </p:cNvPr>
          <p:cNvGraphicFramePr>
            <a:graphicFrameLocks noGrp="1"/>
          </p:cNvGraphicFramePr>
          <p:nvPr>
            <p:extLst>
              <p:ext uri="{D42A27DB-BD31-4B8C-83A1-F6EECF244321}">
                <p14:modId xmlns:p14="http://schemas.microsoft.com/office/powerpoint/2010/main" val="1265539263"/>
              </p:ext>
            </p:extLst>
          </p:nvPr>
        </p:nvGraphicFramePr>
        <p:xfrm>
          <a:off x="938212" y="1713040"/>
          <a:ext cx="10315576" cy="3098585"/>
        </p:xfrm>
        <a:graphic>
          <a:graphicData uri="http://schemas.openxmlformats.org/drawingml/2006/table">
            <a:tbl>
              <a:tblPr firstRow="1" bandRow="1">
                <a:tableStyleId>{21E4AEA4-8DFA-4A89-87EB-49C32662AFE0}</a:tableStyleId>
              </a:tblPr>
              <a:tblGrid>
                <a:gridCol w="5141312">
                  <a:extLst>
                    <a:ext uri="{9D8B030D-6E8A-4147-A177-3AD203B41FA5}">
                      <a16:colId xmlns:a16="http://schemas.microsoft.com/office/drawing/2014/main" val="3780164779"/>
                    </a:ext>
                  </a:extLst>
                </a:gridCol>
                <a:gridCol w="5174264">
                  <a:extLst>
                    <a:ext uri="{9D8B030D-6E8A-4147-A177-3AD203B41FA5}">
                      <a16:colId xmlns:a16="http://schemas.microsoft.com/office/drawing/2014/main" val="766530833"/>
                    </a:ext>
                  </a:extLst>
                </a:gridCol>
              </a:tblGrid>
              <a:tr h="503893">
                <a:tc>
                  <a:txBody>
                    <a:bodyPr/>
                    <a:lstStyle/>
                    <a:p>
                      <a:r>
                        <a:rPr lang="en-CA" sz="1600" noProof="0"/>
                        <a:t>Description</a:t>
                      </a:r>
                    </a:p>
                  </a:txBody>
                  <a:tcPr/>
                </a:tc>
                <a:tc>
                  <a:txBody>
                    <a:bodyPr/>
                    <a:lstStyle/>
                    <a:p>
                      <a:r>
                        <a:rPr lang="en-CA" sz="1600" noProof="0" dirty="0"/>
                        <a:t>UNIX Command</a:t>
                      </a:r>
                    </a:p>
                  </a:txBody>
                  <a:tcPr/>
                </a:tc>
                <a:extLst>
                  <a:ext uri="{0D108BD9-81ED-4DB2-BD59-A6C34878D82A}">
                    <a16:rowId xmlns:a16="http://schemas.microsoft.com/office/drawing/2014/main" val="1833610823"/>
                  </a:ext>
                </a:extLst>
              </a:tr>
              <a:tr h="503893">
                <a:tc>
                  <a:txBody>
                    <a:bodyPr/>
                    <a:lstStyle/>
                    <a:p>
                      <a:r>
                        <a:rPr lang="en-CA" sz="1600" b="1" noProof="0" dirty="0"/>
                        <a:t>Fork</a:t>
                      </a:r>
                      <a:r>
                        <a:rPr lang="en-CA" sz="1600" noProof="0" dirty="0"/>
                        <a:t> Flexodeal Lite from the NML’s GitHub page</a:t>
                      </a:r>
                    </a:p>
                  </a:txBody>
                  <a:tcPr/>
                </a:tc>
                <a:tc>
                  <a:txBody>
                    <a:bodyPr/>
                    <a:lstStyle/>
                    <a:p>
                      <a:r>
                        <a:rPr lang="en-CA" sz="1600" noProof="0" dirty="0"/>
                        <a:t>-</a:t>
                      </a:r>
                    </a:p>
                  </a:txBody>
                  <a:tcPr/>
                </a:tc>
                <a:extLst>
                  <a:ext uri="{0D108BD9-81ED-4DB2-BD59-A6C34878D82A}">
                    <a16:rowId xmlns:a16="http://schemas.microsoft.com/office/drawing/2014/main" val="688228058"/>
                  </a:ext>
                </a:extLst>
              </a:tr>
              <a:tr h="503893">
                <a:tc>
                  <a:txBody>
                    <a:bodyPr/>
                    <a:lstStyle/>
                    <a:p>
                      <a:r>
                        <a:rPr lang="en-CA" sz="1600" noProof="0" dirty="0"/>
                        <a:t>Navigate to a convenient directory, then clone </a:t>
                      </a:r>
                      <a:r>
                        <a:rPr lang="en-CA" sz="1600" b="1" noProof="0" dirty="0"/>
                        <a:t>your forked version </a:t>
                      </a:r>
                      <a:r>
                        <a:rPr lang="en-CA" sz="1600" noProof="0" dirty="0"/>
                        <a:t>of Flexodeal Lite</a:t>
                      </a:r>
                    </a:p>
                  </a:txBody>
                  <a:tcPr/>
                </a:tc>
                <a:tc>
                  <a:txBody>
                    <a:bodyPr/>
                    <a:lstStyle/>
                    <a:p>
                      <a:r>
                        <a:rPr lang="en-CA" sz="1600" noProof="0" dirty="0">
                          <a:latin typeface="Consolas" panose="020B0609020204030204" pitchFamily="49" charset="0"/>
                        </a:rPr>
                        <a:t>git clone https://</a:t>
                      </a:r>
                      <a:r>
                        <a:rPr lang="en-CA" sz="1600" noProof="0" dirty="0" err="1">
                          <a:latin typeface="Consolas" panose="020B0609020204030204" pitchFamily="49" charset="0"/>
                        </a:rPr>
                        <a:t>github.com</a:t>
                      </a:r>
                      <a:r>
                        <a:rPr lang="en-CA" sz="1600" noProof="0" dirty="0">
                          <a:latin typeface="Consolas" panose="020B0609020204030204" pitchFamily="49" charset="0"/>
                        </a:rPr>
                        <a:t>/</a:t>
                      </a:r>
                      <a:r>
                        <a:rPr lang="en-CA" sz="1600" noProof="0" dirty="0">
                          <a:solidFill>
                            <a:srgbClr val="FF0000"/>
                          </a:solidFill>
                          <a:latin typeface="Consolas" panose="020B0609020204030204" pitchFamily="49" charset="0"/>
                        </a:rPr>
                        <a:t>&lt;your-username&gt;</a:t>
                      </a:r>
                      <a:r>
                        <a:rPr lang="en-CA" sz="1600" noProof="0" dirty="0">
                          <a:latin typeface="Consolas" panose="020B0609020204030204" pitchFamily="49" charset="0"/>
                        </a:rPr>
                        <a:t>/</a:t>
                      </a:r>
                      <a:r>
                        <a:rPr lang="en-CA" sz="1600" noProof="0" dirty="0" err="1">
                          <a:latin typeface="Consolas" panose="020B0609020204030204" pitchFamily="49" charset="0"/>
                        </a:rPr>
                        <a:t>flexodeal-lite.git</a:t>
                      </a:r>
                      <a:endParaRPr lang="en-CA" sz="1600" noProof="0" dirty="0"/>
                    </a:p>
                  </a:txBody>
                  <a:tcPr/>
                </a:tc>
                <a:extLst>
                  <a:ext uri="{0D108BD9-81ED-4DB2-BD59-A6C34878D82A}">
                    <a16:rowId xmlns:a16="http://schemas.microsoft.com/office/drawing/2014/main" val="1465963959"/>
                  </a:ext>
                </a:extLst>
              </a:tr>
              <a:tr h="503893">
                <a:tc>
                  <a:txBody>
                    <a:bodyPr/>
                    <a:lstStyle/>
                    <a:p>
                      <a:r>
                        <a:rPr lang="en-CA" sz="1600" noProof="0" dirty="0"/>
                        <a:t>Navigate to the Flexodeal Lite folder.</a:t>
                      </a:r>
                    </a:p>
                  </a:txBody>
                  <a:tcPr/>
                </a:tc>
                <a:tc>
                  <a:txBody>
                    <a:bodyPr/>
                    <a:lstStyle/>
                    <a:p>
                      <a:r>
                        <a:rPr lang="en-CA" sz="1600" noProof="0" dirty="0">
                          <a:latin typeface="Consolas" panose="020B0609020204030204" pitchFamily="49" charset="0"/>
                        </a:rPr>
                        <a:t>cd </a:t>
                      </a:r>
                      <a:r>
                        <a:rPr lang="en-CA" sz="1600" noProof="0" dirty="0" err="1">
                          <a:latin typeface="Consolas" panose="020B0609020204030204" pitchFamily="49" charset="0"/>
                        </a:rPr>
                        <a:t>flexodeal</a:t>
                      </a:r>
                      <a:r>
                        <a:rPr lang="en-CA" sz="1600" noProof="0" dirty="0">
                          <a:latin typeface="Consolas" panose="020B0609020204030204" pitchFamily="49" charset="0"/>
                        </a:rPr>
                        <a:t>-lite</a:t>
                      </a:r>
                    </a:p>
                  </a:txBody>
                  <a:tcPr/>
                </a:tc>
                <a:extLst>
                  <a:ext uri="{0D108BD9-81ED-4DB2-BD59-A6C34878D82A}">
                    <a16:rowId xmlns:a16="http://schemas.microsoft.com/office/drawing/2014/main" val="2968433701"/>
                  </a:ext>
                </a:extLst>
              </a:tr>
              <a:tr h="503893">
                <a:tc>
                  <a:txBody>
                    <a:bodyPr/>
                    <a:lstStyle/>
                    <a:p>
                      <a:r>
                        <a:rPr lang="en-CA" sz="1600" noProof="0" dirty="0"/>
                        <a:t>Create a new branch, let’s call it </a:t>
                      </a:r>
                      <a:r>
                        <a:rPr lang="en-CA" sz="1600" noProof="0" dirty="0" err="1"/>
                        <a:t>fat_implementation</a:t>
                      </a:r>
                      <a:endParaRPr lang="en-CA" sz="1600" noProof="0" dirty="0"/>
                    </a:p>
                  </a:txBody>
                  <a:tcPr/>
                </a:tc>
                <a:tc>
                  <a:txBody>
                    <a:bodyPr/>
                    <a:lstStyle/>
                    <a:p>
                      <a:r>
                        <a:rPr lang="en-CA" sz="1600" noProof="0" dirty="0">
                          <a:latin typeface="Consolas" panose="020B0609020204030204" pitchFamily="49" charset="0"/>
                        </a:rPr>
                        <a:t>git checkout –b </a:t>
                      </a:r>
                      <a:r>
                        <a:rPr lang="en-CA" sz="1600" noProof="0" dirty="0" err="1">
                          <a:latin typeface="Consolas" panose="020B0609020204030204" pitchFamily="49" charset="0"/>
                        </a:rPr>
                        <a:t>fat_implementation</a:t>
                      </a:r>
                      <a:endParaRPr lang="en-CA" sz="1600" noProof="0" dirty="0">
                        <a:latin typeface="Consolas" panose="020B0609020204030204" pitchFamily="49" charset="0"/>
                      </a:endParaRPr>
                    </a:p>
                  </a:txBody>
                  <a:tcPr/>
                </a:tc>
                <a:extLst>
                  <a:ext uri="{0D108BD9-81ED-4DB2-BD59-A6C34878D82A}">
                    <a16:rowId xmlns:a16="http://schemas.microsoft.com/office/drawing/2014/main" val="3174840963"/>
                  </a:ext>
                </a:extLst>
              </a:tr>
              <a:tr h="503893">
                <a:tc>
                  <a:txBody>
                    <a:bodyPr/>
                    <a:lstStyle/>
                    <a:p>
                      <a:r>
                        <a:rPr lang="en-CA" sz="1600" noProof="0" dirty="0"/>
                        <a:t>Link your local branch to GitHub</a:t>
                      </a:r>
                    </a:p>
                  </a:txBody>
                  <a:tcPr/>
                </a:tc>
                <a:tc>
                  <a:txBody>
                    <a:bodyPr/>
                    <a:lstStyle/>
                    <a:p>
                      <a:r>
                        <a:rPr lang="en-CA" sz="1600" noProof="0" dirty="0">
                          <a:latin typeface="Consolas" panose="020B0609020204030204" pitchFamily="49" charset="0"/>
                          <a:cs typeface="Consolas" panose="020B0609020204030204" pitchFamily="49" charset="0"/>
                        </a:rPr>
                        <a:t>git push –u origin </a:t>
                      </a:r>
                      <a:r>
                        <a:rPr lang="en-CA" sz="1600" noProof="0" dirty="0" err="1">
                          <a:latin typeface="Consolas" panose="020B0609020204030204" pitchFamily="49" charset="0"/>
                          <a:cs typeface="Consolas" panose="020B0609020204030204" pitchFamily="49" charset="0"/>
                        </a:rPr>
                        <a:t>fat_implementation</a:t>
                      </a:r>
                      <a:endParaRPr lang="en-CA" sz="1600" noProof="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249791947"/>
                  </a:ext>
                </a:extLst>
              </a:tr>
            </a:tbl>
          </a:graphicData>
        </a:graphic>
      </p:graphicFrame>
      <p:sp>
        <p:nvSpPr>
          <p:cNvPr id="8" name="TextBox 7">
            <a:extLst>
              <a:ext uri="{FF2B5EF4-FFF2-40B4-BE49-F238E27FC236}">
                <a16:creationId xmlns:a16="http://schemas.microsoft.com/office/drawing/2014/main" id="{1CF60F5B-4C12-84F2-FF1E-E99E011C9891}"/>
              </a:ext>
            </a:extLst>
          </p:cNvPr>
          <p:cNvSpPr txBox="1"/>
          <p:nvPr/>
        </p:nvSpPr>
        <p:spPr>
          <a:xfrm>
            <a:off x="838200" y="1201641"/>
            <a:ext cx="10231233" cy="369332"/>
          </a:xfrm>
          <a:prstGeom prst="rect">
            <a:avLst/>
          </a:prstGeom>
          <a:noFill/>
        </p:spPr>
        <p:txBody>
          <a:bodyPr wrap="square" rtlCol="0">
            <a:spAutoFit/>
          </a:bodyPr>
          <a:lstStyle/>
          <a:p>
            <a:r>
              <a:rPr lang="en-US" dirty="0"/>
              <a:t>First, clone the repository and set your tracking environment</a:t>
            </a:r>
          </a:p>
        </p:txBody>
      </p:sp>
      <p:sp>
        <p:nvSpPr>
          <p:cNvPr id="3" name="TextBox 2">
            <a:extLst>
              <a:ext uri="{FF2B5EF4-FFF2-40B4-BE49-F238E27FC236}">
                <a16:creationId xmlns:a16="http://schemas.microsoft.com/office/drawing/2014/main" id="{07328188-3554-D46F-C10A-1AC52EEE3BBA}"/>
              </a:ext>
            </a:extLst>
          </p:cNvPr>
          <p:cNvSpPr txBox="1"/>
          <p:nvPr/>
        </p:nvSpPr>
        <p:spPr>
          <a:xfrm>
            <a:off x="938212" y="5056194"/>
            <a:ext cx="10315576" cy="1015663"/>
          </a:xfrm>
          <a:prstGeom prst="rect">
            <a:avLst/>
          </a:prstGeom>
          <a:noFill/>
        </p:spPr>
        <p:txBody>
          <a:bodyPr wrap="square" rtlCol="0">
            <a:spAutoFit/>
          </a:bodyPr>
          <a:lstStyle/>
          <a:p>
            <a:r>
              <a:rPr lang="en-US" sz="1200" b="1" dirty="0"/>
              <a:t>Important:</a:t>
            </a:r>
            <a:r>
              <a:rPr lang="en-US" sz="1200" dirty="0"/>
              <a:t> Because you are cloning the repository using the https address, ”push” operations will require you to enter your username and “password” for GitHub. Note that your password here is given by one of your </a:t>
            </a:r>
            <a:r>
              <a:rPr lang="en-US" sz="1200" b="1" dirty="0"/>
              <a:t>Personal Access Tokens (PAT)</a:t>
            </a:r>
            <a:r>
              <a:rPr lang="en-US" sz="1200" dirty="0"/>
              <a:t>,</a:t>
            </a:r>
            <a:r>
              <a:rPr lang="en-US" sz="1200" b="1" dirty="0"/>
              <a:t> </a:t>
            </a:r>
            <a:r>
              <a:rPr lang="en-US" sz="1200" dirty="0"/>
              <a:t>which you can obtain from your account. To do this, go to your profile, then Settings -&gt; Developer Settings -&gt; Personal Access Tokens -&gt; Tokens (classic) -&gt; Generate New Token. Make sure to give “repo” permissions.  To avoid being asked for username and password every time you push changes, </a:t>
            </a:r>
            <a:r>
              <a:rPr lang="en-US" sz="1200" dirty="0">
                <a:hlinkClick r:id="rId2"/>
              </a:rPr>
              <a:t>sync your machine’s SSH key with </a:t>
            </a:r>
            <a:r>
              <a:rPr lang="en-US" sz="1200">
                <a:hlinkClick r:id="rId2"/>
              </a:rPr>
              <a:t>your GitHub </a:t>
            </a:r>
            <a:r>
              <a:rPr lang="en-US" sz="1200" dirty="0">
                <a:hlinkClick r:id="rId2"/>
              </a:rPr>
              <a:t>account</a:t>
            </a:r>
            <a:r>
              <a:rPr lang="en-US" sz="1200" dirty="0"/>
              <a:t>.</a:t>
            </a:r>
          </a:p>
        </p:txBody>
      </p:sp>
    </p:spTree>
    <p:extLst>
      <p:ext uri="{BB962C8B-B14F-4D97-AF65-F5344CB8AC3E}">
        <p14:creationId xmlns:p14="http://schemas.microsoft.com/office/powerpoint/2010/main" val="3848431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B083F3-DDC9-66B5-D427-DAE9B274A1CA}"/>
              </a:ext>
            </a:extLst>
          </p:cNvPr>
          <p:cNvSpPr>
            <a:spLocks noGrp="1"/>
          </p:cNvSpPr>
          <p:nvPr>
            <p:ph type="title"/>
          </p:nvPr>
        </p:nvSpPr>
        <p:spPr/>
        <p:txBody>
          <a:bodyPr/>
          <a:lstStyle/>
          <a:p>
            <a:r>
              <a:rPr lang="en-CA" dirty="0"/>
              <a:t>Coding</a:t>
            </a:r>
          </a:p>
        </p:txBody>
      </p:sp>
      <p:sp>
        <p:nvSpPr>
          <p:cNvPr id="3" name="Content Placeholder 2">
            <a:extLst>
              <a:ext uri="{FF2B5EF4-FFF2-40B4-BE49-F238E27FC236}">
                <a16:creationId xmlns:a16="http://schemas.microsoft.com/office/drawing/2014/main" id="{D9E8847F-BC08-714B-9B6C-D4244CA33A3B}"/>
              </a:ext>
            </a:extLst>
          </p:cNvPr>
          <p:cNvSpPr>
            <a:spLocks noGrp="1"/>
          </p:cNvSpPr>
          <p:nvPr>
            <p:ph idx="1"/>
          </p:nvPr>
        </p:nvSpPr>
        <p:spPr>
          <a:xfrm>
            <a:off x="838200" y="1337312"/>
            <a:ext cx="10715171" cy="4882831"/>
          </a:xfrm>
        </p:spPr>
        <p:txBody>
          <a:bodyPr>
            <a:normAutofit fontScale="92500" lnSpcReduction="10000"/>
          </a:bodyPr>
          <a:lstStyle/>
          <a:p>
            <a:r>
              <a:rPr lang="en-CA" dirty="0"/>
              <a:t>Compile Flexodeal Lite, then run an isometric contraction (the one in the </a:t>
            </a:r>
            <a:r>
              <a:rPr lang="en-CA" dirty="0">
                <a:latin typeface="Consolas" panose="020B0609020204030204" pitchFamily="49" charset="0"/>
                <a:cs typeface="Consolas" panose="020B0609020204030204" pitchFamily="49" charset="0"/>
              </a:rPr>
              <a:t>examples</a:t>
            </a:r>
            <a:r>
              <a:rPr lang="en-CA" dirty="0"/>
              <a:t> folder) and save these results (you will need them for the testing phase).</a:t>
            </a:r>
          </a:p>
          <a:p>
            <a:pPr marL="0" indent="0">
              <a:buNone/>
            </a:pPr>
            <a:endParaRPr lang="en-CA" dirty="0"/>
          </a:p>
          <a:p>
            <a:pPr marL="0" indent="0">
              <a:buNone/>
            </a:pPr>
            <a:r>
              <a:rPr lang="en-CA" dirty="0"/>
              <a:t> </a:t>
            </a:r>
          </a:p>
          <a:p>
            <a:pPr marL="0" indent="0">
              <a:buNone/>
            </a:pPr>
            <a:r>
              <a:rPr lang="en-CA" dirty="0"/>
              <a:t>   </a:t>
            </a:r>
          </a:p>
          <a:p>
            <a:pPr marL="0" indent="0">
              <a:buNone/>
            </a:pPr>
            <a:endParaRPr lang="en-CA" dirty="0"/>
          </a:p>
          <a:p>
            <a:r>
              <a:rPr lang="en-CA" dirty="0"/>
              <a:t>Open the folder </a:t>
            </a:r>
            <a:r>
              <a:rPr lang="en-CA" dirty="0" err="1">
                <a:latin typeface="Consolas" panose="020B0609020204030204" pitchFamily="49" charset="0"/>
                <a:cs typeface="Consolas" panose="020B0609020204030204" pitchFamily="49" charset="0"/>
              </a:rPr>
              <a:t>flexodeal</a:t>
            </a:r>
            <a:r>
              <a:rPr lang="en-CA" dirty="0">
                <a:latin typeface="Consolas" panose="020B0609020204030204" pitchFamily="49" charset="0"/>
                <a:cs typeface="Consolas" panose="020B0609020204030204" pitchFamily="49" charset="0"/>
              </a:rPr>
              <a:t>-lite</a:t>
            </a:r>
            <a:r>
              <a:rPr lang="en-CA" dirty="0"/>
              <a:t> in Visual Studio Code.</a:t>
            </a:r>
          </a:p>
          <a:p>
            <a:r>
              <a:rPr lang="en-CA" dirty="0"/>
              <a:t>Modify the files </a:t>
            </a:r>
            <a:r>
              <a:rPr lang="en-CA" dirty="0" err="1">
                <a:latin typeface="Consolas" panose="020B0609020204030204" pitchFamily="49" charset="0"/>
                <a:cs typeface="Consolas" panose="020B0609020204030204" pitchFamily="49" charset="0"/>
              </a:rPr>
              <a:t>parameters.prm</a:t>
            </a:r>
            <a:r>
              <a:rPr lang="en-CA" dirty="0"/>
              <a:t> and </a:t>
            </a:r>
            <a:r>
              <a:rPr lang="en-CA" dirty="0" err="1">
                <a:latin typeface="Consolas" panose="020B0609020204030204" pitchFamily="49" charset="0"/>
                <a:cs typeface="Consolas" panose="020B0609020204030204" pitchFamily="49" charset="0"/>
              </a:rPr>
              <a:t>flexodeal-lite.cc</a:t>
            </a:r>
            <a:r>
              <a:rPr lang="en-CA" dirty="0">
                <a:latin typeface="Consolas" panose="020B0609020204030204" pitchFamily="49" charset="0"/>
                <a:cs typeface="Consolas" panose="020B0609020204030204" pitchFamily="49" charset="0"/>
              </a:rPr>
              <a:t> </a:t>
            </a:r>
            <a:r>
              <a:rPr lang="en-CA" dirty="0"/>
              <a:t>according to the instructions in the file </a:t>
            </a:r>
            <a:r>
              <a:rPr lang="en-CA" dirty="0">
                <a:latin typeface="Consolas" panose="020B0609020204030204" pitchFamily="49" charset="0"/>
                <a:cs typeface="Consolas" panose="020B0609020204030204" pitchFamily="49" charset="0"/>
              </a:rPr>
              <a:t>T3_SYSTEM_DESIGN.md</a:t>
            </a:r>
            <a:r>
              <a:rPr lang="en-CA" dirty="0">
                <a:cs typeface="Consolas" panose="020B0609020204030204" pitchFamily="49" charset="0"/>
              </a:rPr>
              <a:t>, located in the </a:t>
            </a:r>
            <a:r>
              <a:rPr lang="en-CA" dirty="0">
                <a:latin typeface="Consolas" panose="020B0609020204030204" pitchFamily="49" charset="0"/>
                <a:cs typeface="Consolas" panose="020B0609020204030204" pitchFamily="49" charset="0"/>
                <a:hlinkClick r:id="rId2"/>
              </a:rPr>
              <a:t>flexodeal-tutorials</a:t>
            </a:r>
            <a:r>
              <a:rPr lang="en-CA" dirty="0"/>
              <a:t> repository.</a:t>
            </a:r>
          </a:p>
          <a:p>
            <a:r>
              <a:rPr lang="en-CA" dirty="0"/>
              <a:t>You may replace the contents of the file </a:t>
            </a:r>
            <a:r>
              <a:rPr lang="en-CA" dirty="0" err="1">
                <a:latin typeface="Consolas" panose="020B0609020204030204" pitchFamily="49" charset="0"/>
                <a:cs typeface="Consolas" panose="020B0609020204030204" pitchFamily="49" charset="0"/>
              </a:rPr>
              <a:t>flexodeal-lite.cc</a:t>
            </a:r>
            <a:r>
              <a:rPr lang="en-CA" dirty="0">
                <a:latin typeface="Consolas" panose="020B0609020204030204" pitchFamily="49" charset="0"/>
                <a:cs typeface="Consolas" panose="020B0609020204030204" pitchFamily="49" charset="0"/>
              </a:rPr>
              <a:t> </a:t>
            </a:r>
            <a:r>
              <a:rPr lang="en-CA" dirty="0"/>
              <a:t>by those of the file </a:t>
            </a:r>
            <a:r>
              <a:rPr lang="en-CA" dirty="0" err="1">
                <a:latin typeface="Consolas" panose="020B0609020204030204" pitchFamily="49" charset="0"/>
                <a:cs typeface="Consolas" panose="020B0609020204030204" pitchFamily="49" charset="0"/>
              </a:rPr>
              <a:t>flexodeal</a:t>
            </a:r>
            <a:r>
              <a:rPr lang="en-CA" dirty="0">
                <a:latin typeface="Consolas" panose="020B0609020204030204" pitchFamily="49" charset="0"/>
                <a:cs typeface="Consolas" panose="020B0609020204030204" pitchFamily="49" charset="0"/>
              </a:rPr>
              <a:t>-lite-with-</a:t>
            </a:r>
            <a:r>
              <a:rPr lang="en-CA" dirty="0" err="1">
                <a:latin typeface="Consolas" panose="020B0609020204030204" pitchFamily="49" charset="0"/>
                <a:cs typeface="Consolas" panose="020B0609020204030204" pitchFamily="49" charset="0"/>
              </a:rPr>
              <a:t>fat.cc</a:t>
            </a:r>
            <a:r>
              <a:rPr lang="en-CA" dirty="0"/>
              <a:t>, also available in the </a:t>
            </a:r>
            <a:r>
              <a:rPr lang="en-CA" dirty="0">
                <a:latin typeface="Consolas" panose="020B0609020204030204" pitchFamily="49" charset="0"/>
                <a:cs typeface="Consolas" panose="020B0609020204030204" pitchFamily="49" charset="0"/>
                <a:hlinkClick r:id="rId2"/>
              </a:rPr>
              <a:t>flexodeal-tutorials</a:t>
            </a:r>
            <a:r>
              <a:rPr lang="en-CA" dirty="0"/>
              <a:t> repository.</a:t>
            </a:r>
          </a:p>
        </p:txBody>
      </p:sp>
      <p:sp>
        <p:nvSpPr>
          <p:cNvPr id="4" name="Date Placeholder 3">
            <a:extLst>
              <a:ext uri="{FF2B5EF4-FFF2-40B4-BE49-F238E27FC236}">
                <a16:creationId xmlns:a16="http://schemas.microsoft.com/office/drawing/2014/main" id="{833E7172-7699-5F87-044A-C40DDDC1C979}"/>
              </a:ext>
            </a:extLst>
          </p:cNvPr>
          <p:cNvSpPr>
            <a:spLocks noGrp="1"/>
          </p:cNvSpPr>
          <p:nvPr>
            <p:ph type="dt" sz="half" idx="10"/>
          </p:nvPr>
        </p:nvSpPr>
        <p:spPr/>
        <p:txBody>
          <a:bodyPr/>
          <a:lstStyle/>
          <a:p>
            <a:r>
              <a:rPr lang="en-CA"/>
              <a:t>March 20, 2026</a:t>
            </a:r>
          </a:p>
        </p:txBody>
      </p:sp>
      <p:sp>
        <p:nvSpPr>
          <p:cNvPr id="5" name="Footer Placeholder 4">
            <a:extLst>
              <a:ext uri="{FF2B5EF4-FFF2-40B4-BE49-F238E27FC236}">
                <a16:creationId xmlns:a16="http://schemas.microsoft.com/office/drawing/2014/main" id="{1474E406-DBEF-54DB-CA2F-7CAD7CB734F2}"/>
              </a:ext>
            </a:extLst>
          </p:cNvPr>
          <p:cNvSpPr>
            <a:spLocks noGrp="1"/>
          </p:cNvSpPr>
          <p:nvPr>
            <p:ph type="ftr" sz="quarter" idx="11"/>
          </p:nvPr>
        </p:nvSpPr>
        <p:spPr/>
        <p:txBody>
          <a:bodyPr/>
          <a:lstStyle/>
          <a:p>
            <a:r>
              <a:rPr lang="en-CA"/>
              <a:t>Flexodeal Tutorial 3</a:t>
            </a:r>
          </a:p>
        </p:txBody>
      </p:sp>
      <p:sp>
        <p:nvSpPr>
          <p:cNvPr id="6" name="Slide Number Placeholder 5">
            <a:extLst>
              <a:ext uri="{FF2B5EF4-FFF2-40B4-BE49-F238E27FC236}">
                <a16:creationId xmlns:a16="http://schemas.microsoft.com/office/drawing/2014/main" id="{B614C985-987F-01BF-FA00-EB422630B1B8}"/>
              </a:ext>
            </a:extLst>
          </p:cNvPr>
          <p:cNvSpPr>
            <a:spLocks noGrp="1"/>
          </p:cNvSpPr>
          <p:nvPr>
            <p:ph type="sldNum" sz="quarter" idx="12"/>
          </p:nvPr>
        </p:nvSpPr>
        <p:spPr/>
        <p:txBody>
          <a:bodyPr/>
          <a:lstStyle/>
          <a:p>
            <a:fld id="{0258E0DB-C08A-4E55-BA80-F4258B1DF3D5}" type="slidenum">
              <a:rPr lang="en-CA" smtClean="0"/>
              <a:t>12</a:t>
            </a:fld>
            <a:endParaRPr lang="en-CA"/>
          </a:p>
        </p:txBody>
      </p:sp>
      <p:sp>
        <p:nvSpPr>
          <p:cNvPr id="7" name="TextBox 6">
            <a:extLst>
              <a:ext uri="{FF2B5EF4-FFF2-40B4-BE49-F238E27FC236}">
                <a16:creationId xmlns:a16="http://schemas.microsoft.com/office/drawing/2014/main" id="{9F6698D6-B0DA-84FA-29CE-451E574216C0}"/>
              </a:ext>
            </a:extLst>
          </p:cNvPr>
          <p:cNvSpPr txBox="1"/>
          <p:nvPr/>
        </p:nvSpPr>
        <p:spPr>
          <a:xfrm>
            <a:off x="1270000" y="2505670"/>
            <a:ext cx="9652000" cy="923330"/>
          </a:xfrm>
          <a:prstGeom prst="rect">
            <a:avLst/>
          </a:prstGeom>
          <a:solidFill>
            <a:schemeClr val="bg1">
              <a:lumMod val="95000"/>
            </a:schemeClr>
          </a:solidFill>
        </p:spPr>
        <p:txBody>
          <a:bodyPr wrap="square" rtlCol="0">
            <a:spAutoFit/>
          </a:bodyPr>
          <a:lstStyle/>
          <a:p>
            <a:r>
              <a:rPr lang="en-US" dirty="0">
                <a:latin typeface="Consolas" panose="020B0609020204030204" pitchFamily="49" charset="0"/>
                <a:cs typeface="Consolas" panose="020B0609020204030204" pitchFamily="49" charset="0"/>
              </a:rPr>
              <a:t>./</a:t>
            </a:r>
            <a:r>
              <a:rPr lang="en-US" dirty="0" err="1">
                <a:latin typeface="Consolas" panose="020B0609020204030204" pitchFamily="49" charset="0"/>
                <a:cs typeface="Consolas" panose="020B0609020204030204" pitchFamily="49" charset="0"/>
              </a:rPr>
              <a:t>flexodeal</a:t>
            </a:r>
            <a:r>
              <a:rPr lang="en-US" dirty="0">
                <a:latin typeface="Consolas" panose="020B0609020204030204" pitchFamily="49" charset="0"/>
                <a:cs typeface="Consolas" panose="020B0609020204030204" pitchFamily="49" charset="0"/>
              </a:rPr>
              <a:t>-lite -PARAMETERS=examples/</a:t>
            </a:r>
            <a:r>
              <a:rPr lang="en-US" dirty="0" err="1">
                <a:latin typeface="Consolas" panose="020B0609020204030204" pitchFamily="49" charset="0"/>
                <a:cs typeface="Consolas" panose="020B0609020204030204" pitchFamily="49" charset="0"/>
              </a:rPr>
              <a:t>IC_parameters.prm</a:t>
            </a:r>
            <a:r>
              <a:rPr lang="en-US" dirty="0">
                <a:latin typeface="Consolas" panose="020B0609020204030204" pitchFamily="49" charset="0"/>
                <a:cs typeface="Consolas" panose="020B0609020204030204" pitchFamily="49" charset="0"/>
              </a:rPr>
              <a:t> </a:t>
            </a:r>
          </a:p>
          <a:p>
            <a:r>
              <a:rPr lang="en-US" dirty="0">
                <a:latin typeface="Consolas" panose="020B0609020204030204" pitchFamily="49" charset="0"/>
                <a:cs typeface="Consolas" panose="020B0609020204030204" pitchFamily="49" charset="0"/>
              </a:rPr>
              <a:t>-BDY_STRAIN=examples/</a:t>
            </a:r>
            <a:r>
              <a:rPr lang="en-US" dirty="0" err="1">
                <a:latin typeface="Consolas" panose="020B0609020204030204" pitchFamily="49" charset="0"/>
                <a:cs typeface="Consolas" panose="020B0609020204030204" pitchFamily="49" charset="0"/>
              </a:rPr>
              <a:t>IC_strain.dat</a:t>
            </a:r>
            <a:r>
              <a:rPr lang="en-US" dirty="0">
                <a:latin typeface="Consolas" panose="020B0609020204030204" pitchFamily="49" charset="0"/>
                <a:cs typeface="Consolas" panose="020B0609020204030204" pitchFamily="49" charset="0"/>
              </a:rPr>
              <a:t> -ACTIVATION=examples/</a:t>
            </a:r>
            <a:r>
              <a:rPr lang="en-US" dirty="0" err="1">
                <a:latin typeface="Consolas" panose="020B0609020204030204" pitchFamily="49" charset="0"/>
                <a:cs typeface="Consolas" panose="020B0609020204030204" pitchFamily="49" charset="0"/>
              </a:rPr>
              <a:t>IC_activation.dat</a:t>
            </a:r>
            <a:r>
              <a:rPr lang="en-US" dirty="0">
                <a:latin typeface="Consolas" panose="020B0609020204030204" pitchFamily="49" charset="0"/>
                <a:cs typeface="Consolas" panose="020B0609020204030204" pitchFamily="49" charset="0"/>
              </a:rPr>
              <a:t> </a:t>
            </a:r>
          </a:p>
          <a:p>
            <a:r>
              <a:rPr lang="en-US" dirty="0">
                <a:latin typeface="Consolas" panose="020B0609020204030204" pitchFamily="49" charset="0"/>
                <a:cs typeface="Consolas" panose="020B0609020204030204" pitchFamily="49" charset="0"/>
              </a:rPr>
              <a:t>-OUTPUT_DIR=results-original</a:t>
            </a:r>
          </a:p>
        </p:txBody>
      </p:sp>
    </p:spTree>
    <p:extLst>
      <p:ext uri="{BB962C8B-B14F-4D97-AF65-F5344CB8AC3E}">
        <p14:creationId xmlns:p14="http://schemas.microsoft.com/office/powerpoint/2010/main" val="5615078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07B8D8-4B4B-BDAF-22C6-05040FE416A4}"/>
              </a:ext>
            </a:extLst>
          </p:cNvPr>
          <p:cNvSpPr>
            <a:spLocks noGrp="1"/>
          </p:cNvSpPr>
          <p:nvPr>
            <p:ph type="title"/>
          </p:nvPr>
        </p:nvSpPr>
        <p:spPr/>
        <p:txBody>
          <a:bodyPr/>
          <a:lstStyle/>
          <a:p>
            <a:r>
              <a:rPr lang="en-US" dirty="0"/>
              <a:t>Testing</a:t>
            </a:r>
          </a:p>
        </p:txBody>
      </p:sp>
      <p:sp>
        <p:nvSpPr>
          <p:cNvPr id="3" name="Content Placeholder 2">
            <a:extLst>
              <a:ext uri="{FF2B5EF4-FFF2-40B4-BE49-F238E27FC236}">
                <a16:creationId xmlns:a16="http://schemas.microsoft.com/office/drawing/2014/main" id="{3F874C79-121C-D9C0-E917-B400CBC609F7}"/>
              </a:ext>
            </a:extLst>
          </p:cNvPr>
          <p:cNvSpPr>
            <a:spLocks noGrp="1"/>
          </p:cNvSpPr>
          <p:nvPr>
            <p:ph idx="1"/>
          </p:nvPr>
        </p:nvSpPr>
        <p:spPr>
          <a:xfrm>
            <a:off x="838200" y="2350952"/>
            <a:ext cx="10515600" cy="2156096"/>
          </a:xfrm>
        </p:spPr>
        <p:txBody>
          <a:bodyPr/>
          <a:lstStyle/>
          <a:p>
            <a:r>
              <a:rPr lang="en-US" dirty="0"/>
              <a:t>Run 4 simulations with the following fat fractions: 0.00, 0.02, 0.10, 0.20.</a:t>
            </a:r>
          </a:p>
          <a:p>
            <a:r>
              <a:rPr lang="en-US" dirty="0"/>
              <a:t>Using the file </a:t>
            </a:r>
            <a:r>
              <a:rPr lang="en-US" dirty="0">
                <a:latin typeface="Consolas" panose="020B0609020204030204" pitchFamily="49" charset="0"/>
                <a:cs typeface="Consolas" panose="020B0609020204030204" pitchFamily="49" charset="0"/>
              </a:rPr>
              <a:t>force_data-3d.csv</a:t>
            </a:r>
            <a:r>
              <a:rPr lang="en-US" dirty="0"/>
              <a:t> for each simulation:</a:t>
            </a:r>
          </a:p>
          <a:p>
            <a:pPr lvl="1"/>
            <a:r>
              <a:rPr lang="en-US" dirty="0"/>
              <a:t>Verify that the output for fat fraction = 0 matches the output of the unmodified code. </a:t>
            </a:r>
          </a:p>
          <a:p>
            <a:pPr lvl="1"/>
            <a:r>
              <a:rPr lang="en-US" dirty="0"/>
              <a:t>Verify that, as the fat fraction increases, the total force at either one of the fixed ends decreases.</a:t>
            </a:r>
          </a:p>
        </p:txBody>
      </p:sp>
      <p:sp>
        <p:nvSpPr>
          <p:cNvPr id="4" name="Date Placeholder 3">
            <a:extLst>
              <a:ext uri="{FF2B5EF4-FFF2-40B4-BE49-F238E27FC236}">
                <a16:creationId xmlns:a16="http://schemas.microsoft.com/office/drawing/2014/main" id="{72196958-4913-90A5-5499-B1A5E2E5A3B6}"/>
              </a:ext>
            </a:extLst>
          </p:cNvPr>
          <p:cNvSpPr>
            <a:spLocks noGrp="1"/>
          </p:cNvSpPr>
          <p:nvPr>
            <p:ph type="dt" sz="half" idx="10"/>
          </p:nvPr>
        </p:nvSpPr>
        <p:spPr/>
        <p:txBody>
          <a:bodyPr/>
          <a:lstStyle/>
          <a:p>
            <a:r>
              <a:rPr lang="en-CA"/>
              <a:t>March 20, 2026</a:t>
            </a:r>
          </a:p>
        </p:txBody>
      </p:sp>
      <p:sp>
        <p:nvSpPr>
          <p:cNvPr id="5" name="Footer Placeholder 4">
            <a:extLst>
              <a:ext uri="{FF2B5EF4-FFF2-40B4-BE49-F238E27FC236}">
                <a16:creationId xmlns:a16="http://schemas.microsoft.com/office/drawing/2014/main" id="{FDB7A0B1-7E47-5DC9-45A9-B154C61A7299}"/>
              </a:ext>
            </a:extLst>
          </p:cNvPr>
          <p:cNvSpPr>
            <a:spLocks noGrp="1"/>
          </p:cNvSpPr>
          <p:nvPr>
            <p:ph type="ftr" sz="quarter" idx="11"/>
          </p:nvPr>
        </p:nvSpPr>
        <p:spPr/>
        <p:txBody>
          <a:bodyPr/>
          <a:lstStyle/>
          <a:p>
            <a:r>
              <a:rPr lang="en-CA"/>
              <a:t>Flexodeal Tutorial 3</a:t>
            </a:r>
          </a:p>
        </p:txBody>
      </p:sp>
      <p:sp>
        <p:nvSpPr>
          <p:cNvPr id="6" name="Slide Number Placeholder 5">
            <a:extLst>
              <a:ext uri="{FF2B5EF4-FFF2-40B4-BE49-F238E27FC236}">
                <a16:creationId xmlns:a16="http://schemas.microsoft.com/office/drawing/2014/main" id="{9FE6ACBF-B0C0-177C-BD44-29BD7AA04385}"/>
              </a:ext>
            </a:extLst>
          </p:cNvPr>
          <p:cNvSpPr>
            <a:spLocks noGrp="1"/>
          </p:cNvSpPr>
          <p:nvPr>
            <p:ph type="sldNum" sz="quarter" idx="12"/>
          </p:nvPr>
        </p:nvSpPr>
        <p:spPr/>
        <p:txBody>
          <a:bodyPr/>
          <a:lstStyle/>
          <a:p>
            <a:fld id="{0258E0DB-C08A-4E55-BA80-F4258B1DF3D5}" type="slidenum">
              <a:rPr lang="en-CA" smtClean="0"/>
              <a:t>13</a:t>
            </a:fld>
            <a:endParaRPr lang="en-CA"/>
          </a:p>
        </p:txBody>
      </p:sp>
    </p:spTree>
    <p:extLst>
      <p:ext uri="{BB962C8B-B14F-4D97-AF65-F5344CB8AC3E}">
        <p14:creationId xmlns:p14="http://schemas.microsoft.com/office/powerpoint/2010/main" val="10079793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2C54DF-FFCB-DCC4-34C4-7D3B29D02446}"/>
              </a:ext>
            </a:extLst>
          </p:cNvPr>
          <p:cNvSpPr>
            <a:spLocks noGrp="1"/>
          </p:cNvSpPr>
          <p:nvPr>
            <p:ph type="title"/>
          </p:nvPr>
        </p:nvSpPr>
        <p:spPr/>
        <p:txBody>
          <a:bodyPr/>
          <a:lstStyle/>
          <a:p>
            <a:r>
              <a:rPr lang="en-US" dirty="0"/>
              <a:t>Force [N] at the +X Fixed End</a:t>
            </a:r>
          </a:p>
        </p:txBody>
      </p:sp>
      <p:pic>
        <p:nvPicPr>
          <p:cNvPr id="7" name="Content Placeholder 6">
            <a:extLst>
              <a:ext uri="{FF2B5EF4-FFF2-40B4-BE49-F238E27FC236}">
                <a16:creationId xmlns:a16="http://schemas.microsoft.com/office/drawing/2014/main" id="{42C30842-6050-F130-A3B7-C49A1BED0BCC}"/>
              </a:ext>
            </a:extLst>
          </p:cNvPr>
          <p:cNvPicPr>
            <a:picLocks noGrp="1" noChangeAspect="1"/>
          </p:cNvPicPr>
          <p:nvPr>
            <p:ph idx="1"/>
          </p:nvPr>
        </p:nvPicPr>
        <p:blipFill>
          <a:blip r:embed="rId2"/>
          <a:stretch>
            <a:fillRect/>
          </a:stretch>
        </p:blipFill>
        <p:spPr>
          <a:xfrm>
            <a:off x="838200" y="1318351"/>
            <a:ext cx="8132519" cy="4903788"/>
          </a:xfrm>
          <a:prstGeom prst="rect">
            <a:avLst/>
          </a:prstGeom>
        </p:spPr>
      </p:pic>
      <p:sp>
        <p:nvSpPr>
          <p:cNvPr id="4" name="Date Placeholder 3">
            <a:extLst>
              <a:ext uri="{FF2B5EF4-FFF2-40B4-BE49-F238E27FC236}">
                <a16:creationId xmlns:a16="http://schemas.microsoft.com/office/drawing/2014/main" id="{7BF832C5-91F9-A430-3229-DECA43DD1659}"/>
              </a:ext>
            </a:extLst>
          </p:cNvPr>
          <p:cNvSpPr>
            <a:spLocks noGrp="1"/>
          </p:cNvSpPr>
          <p:nvPr>
            <p:ph type="dt" sz="half" idx="10"/>
          </p:nvPr>
        </p:nvSpPr>
        <p:spPr/>
        <p:txBody>
          <a:bodyPr/>
          <a:lstStyle/>
          <a:p>
            <a:r>
              <a:rPr lang="en-CA"/>
              <a:t>March 20, 2026</a:t>
            </a:r>
          </a:p>
        </p:txBody>
      </p:sp>
      <p:sp>
        <p:nvSpPr>
          <p:cNvPr id="5" name="Footer Placeholder 4">
            <a:extLst>
              <a:ext uri="{FF2B5EF4-FFF2-40B4-BE49-F238E27FC236}">
                <a16:creationId xmlns:a16="http://schemas.microsoft.com/office/drawing/2014/main" id="{7D0C6333-EA9F-FA20-9238-47E2F0D0D20E}"/>
              </a:ext>
            </a:extLst>
          </p:cNvPr>
          <p:cNvSpPr>
            <a:spLocks noGrp="1"/>
          </p:cNvSpPr>
          <p:nvPr>
            <p:ph type="ftr" sz="quarter" idx="11"/>
          </p:nvPr>
        </p:nvSpPr>
        <p:spPr/>
        <p:txBody>
          <a:bodyPr/>
          <a:lstStyle/>
          <a:p>
            <a:r>
              <a:rPr lang="en-CA"/>
              <a:t>Flexodeal Tutorial 3</a:t>
            </a:r>
          </a:p>
        </p:txBody>
      </p:sp>
      <p:sp>
        <p:nvSpPr>
          <p:cNvPr id="6" name="Slide Number Placeholder 5">
            <a:extLst>
              <a:ext uri="{FF2B5EF4-FFF2-40B4-BE49-F238E27FC236}">
                <a16:creationId xmlns:a16="http://schemas.microsoft.com/office/drawing/2014/main" id="{B9FA99A6-CCBF-F79B-1E31-40AA3DCA5958}"/>
              </a:ext>
            </a:extLst>
          </p:cNvPr>
          <p:cNvSpPr>
            <a:spLocks noGrp="1"/>
          </p:cNvSpPr>
          <p:nvPr>
            <p:ph type="sldNum" sz="quarter" idx="12"/>
          </p:nvPr>
        </p:nvSpPr>
        <p:spPr/>
        <p:txBody>
          <a:bodyPr/>
          <a:lstStyle/>
          <a:p>
            <a:fld id="{0258E0DB-C08A-4E55-BA80-F4258B1DF3D5}" type="slidenum">
              <a:rPr lang="en-CA" smtClean="0"/>
              <a:t>14</a:t>
            </a:fld>
            <a:endParaRPr lang="en-CA"/>
          </a:p>
        </p:txBody>
      </p:sp>
      <p:sp>
        <p:nvSpPr>
          <p:cNvPr id="8" name="TextBox 7">
            <a:extLst>
              <a:ext uri="{FF2B5EF4-FFF2-40B4-BE49-F238E27FC236}">
                <a16:creationId xmlns:a16="http://schemas.microsoft.com/office/drawing/2014/main" id="{1FB8D018-7FEC-284B-5137-2264C278F45D}"/>
              </a:ext>
            </a:extLst>
          </p:cNvPr>
          <p:cNvSpPr txBox="1"/>
          <p:nvPr/>
        </p:nvSpPr>
        <p:spPr>
          <a:xfrm>
            <a:off x="9506858" y="3170080"/>
            <a:ext cx="2090057" cy="1200329"/>
          </a:xfrm>
          <a:prstGeom prst="rect">
            <a:avLst/>
          </a:prstGeom>
          <a:solidFill>
            <a:schemeClr val="accent1"/>
          </a:solidFill>
          <a:ln>
            <a:noFill/>
          </a:ln>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US" sz="2400" dirty="0">
                <a:solidFill>
                  <a:schemeClr val="bg1"/>
                </a:solidFill>
              </a:rPr>
              <a:t>Do these results make sense?</a:t>
            </a:r>
          </a:p>
        </p:txBody>
      </p:sp>
    </p:spTree>
    <p:extLst>
      <p:ext uri="{BB962C8B-B14F-4D97-AF65-F5344CB8AC3E}">
        <p14:creationId xmlns:p14="http://schemas.microsoft.com/office/powerpoint/2010/main" val="25256890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B9039F-C478-3C78-6DF0-1F74150D9890}"/>
              </a:ext>
            </a:extLst>
          </p:cNvPr>
          <p:cNvSpPr>
            <a:spLocks noGrp="1"/>
          </p:cNvSpPr>
          <p:nvPr>
            <p:ph type="title"/>
          </p:nvPr>
        </p:nvSpPr>
        <p:spPr/>
        <p:txBody>
          <a:bodyPr/>
          <a:lstStyle/>
          <a:p>
            <a:r>
              <a:rPr lang="en-US" dirty="0"/>
              <a:t>Git Workflow: Add, Commit, Push</a:t>
            </a:r>
          </a:p>
        </p:txBody>
      </p:sp>
      <p:graphicFrame>
        <p:nvGraphicFramePr>
          <p:cNvPr id="7" name="Content Placeholder 6">
            <a:extLst>
              <a:ext uri="{FF2B5EF4-FFF2-40B4-BE49-F238E27FC236}">
                <a16:creationId xmlns:a16="http://schemas.microsoft.com/office/drawing/2014/main" id="{49154824-0AF1-7E0C-EA86-15613ADDB1EB}"/>
              </a:ext>
            </a:extLst>
          </p:cNvPr>
          <p:cNvGraphicFramePr>
            <a:graphicFrameLocks noGrp="1"/>
          </p:cNvGraphicFramePr>
          <p:nvPr>
            <p:ph idx="1"/>
            <p:extLst>
              <p:ext uri="{D42A27DB-BD31-4B8C-83A1-F6EECF244321}">
                <p14:modId xmlns:p14="http://schemas.microsoft.com/office/powerpoint/2010/main" val="1092348288"/>
              </p:ext>
            </p:extLst>
          </p:nvPr>
        </p:nvGraphicFramePr>
        <p:xfrm>
          <a:off x="838199" y="1233994"/>
          <a:ext cx="8010833" cy="490405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Date Placeholder 3">
            <a:extLst>
              <a:ext uri="{FF2B5EF4-FFF2-40B4-BE49-F238E27FC236}">
                <a16:creationId xmlns:a16="http://schemas.microsoft.com/office/drawing/2014/main" id="{6BFF012B-D37C-C5BD-AA3B-AFC602D1B818}"/>
              </a:ext>
            </a:extLst>
          </p:cNvPr>
          <p:cNvSpPr>
            <a:spLocks noGrp="1"/>
          </p:cNvSpPr>
          <p:nvPr>
            <p:ph type="dt" sz="half" idx="10"/>
          </p:nvPr>
        </p:nvSpPr>
        <p:spPr/>
        <p:txBody>
          <a:bodyPr/>
          <a:lstStyle/>
          <a:p>
            <a:r>
              <a:rPr lang="en-CA"/>
              <a:t>March 20, 2026</a:t>
            </a:r>
          </a:p>
        </p:txBody>
      </p:sp>
      <p:sp>
        <p:nvSpPr>
          <p:cNvPr id="5" name="Footer Placeholder 4">
            <a:extLst>
              <a:ext uri="{FF2B5EF4-FFF2-40B4-BE49-F238E27FC236}">
                <a16:creationId xmlns:a16="http://schemas.microsoft.com/office/drawing/2014/main" id="{6E53E936-774F-44C2-C4FF-2FFD457A7D60}"/>
              </a:ext>
            </a:extLst>
          </p:cNvPr>
          <p:cNvSpPr>
            <a:spLocks noGrp="1"/>
          </p:cNvSpPr>
          <p:nvPr>
            <p:ph type="ftr" sz="quarter" idx="11"/>
          </p:nvPr>
        </p:nvSpPr>
        <p:spPr/>
        <p:txBody>
          <a:bodyPr/>
          <a:lstStyle/>
          <a:p>
            <a:r>
              <a:rPr lang="en-CA"/>
              <a:t>Flexodeal Tutorial 3</a:t>
            </a:r>
          </a:p>
        </p:txBody>
      </p:sp>
      <p:sp>
        <p:nvSpPr>
          <p:cNvPr id="6" name="Slide Number Placeholder 5">
            <a:extLst>
              <a:ext uri="{FF2B5EF4-FFF2-40B4-BE49-F238E27FC236}">
                <a16:creationId xmlns:a16="http://schemas.microsoft.com/office/drawing/2014/main" id="{FBB2E523-19E4-FF64-4B3E-7DD9C15F20A7}"/>
              </a:ext>
            </a:extLst>
          </p:cNvPr>
          <p:cNvSpPr>
            <a:spLocks noGrp="1"/>
          </p:cNvSpPr>
          <p:nvPr>
            <p:ph type="sldNum" sz="quarter" idx="12"/>
          </p:nvPr>
        </p:nvSpPr>
        <p:spPr/>
        <p:txBody>
          <a:bodyPr/>
          <a:lstStyle/>
          <a:p>
            <a:fld id="{0258E0DB-C08A-4E55-BA80-F4258B1DF3D5}" type="slidenum">
              <a:rPr lang="en-CA" smtClean="0"/>
              <a:t>15</a:t>
            </a:fld>
            <a:endParaRPr lang="en-CA"/>
          </a:p>
        </p:txBody>
      </p:sp>
      <p:sp>
        <p:nvSpPr>
          <p:cNvPr id="8" name="TextBox 7">
            <a:extLst>
              <a:ext uri="{FF2B5EF4-FFF2-40B4-BE49-F238E27FC236}">
                <a16:creationId xmlns:a16="http://schemas.microsoft.com/office/drawing/2014/main" id="{5FCE56C9-E5A5-39F5-B102-2401B5250E85}"/>
              </a:ext>
            </a:extLst>
          </p:cNvPr>
          <p:cNvSpPr txBox="1"/>
          <p:nvPr/>
        </p:nvSpPr>
        <p:spPr>
          <a:xfrm>
            <a:off x="9099755" y="1402437"/>
            <a:ext cx="2743200" cy="2585323"/>
          </a:xfrm>
          <a:prstGeom prst="rect">
            <a:avLst/>
          </a:prstGeom>
          <a:noFill/>
        </p:spPr>
        <p:txBody>
          <a:bodyPr wrap="square" rtlCol="0">
            <a:spAutoFit/>
          </a:bodyPr>
          <a:lstStyle/>
          <a:p>
            <a:r>
              <a:rPr lang="en-US" dirty="0"/>
              <a:t>⚠️ </a:t>
            </a:r>
            <a:r>
              <a:rPr lang="en-US" b="1" dirty="0"/>
              <a:t>Good practices</a:t>
            </a:r>
            <a:br>
              <a:rPr lang="en-US" b="1" dirty="0"/>
            </a:br>
            <a:endParaRPr lang="en-US" b="1" dirty="0"/>
          </a:p>
          <a:p>
            <a:pPr marL="285750" indent="-285750">
              <a:buFont typeface="Arial" panose="020B0604020202020204" pitchFamily="34" charset="0"/>
              <a:buChar char="•"/>
            </a:pPr>
            <a:r>
              <a:rPr lang="en-US" dirty="0"/>
              <a:t>Commit small, logical changes.</a:t>
            </a:r>
          </a:p>
          <a:p>
            <a:pPr marL="285750" indent="-285750">
              <a:buFont typeface="Arial" panose="020B0604020202020204" pitchFamily="34" charset="0"/>
              <a:buChar char="•"/>
            </a:pPr>
            <a:r>
              <a:rPr lang="en-US" dirty="0"/>
              <a:t>Use meaningful commit messages.</a:t>
            </a:r>
          </a:p>
          <a:p>
            <a:pPr marL="285750" indent="-285750">
              <a:buFont typeface="Arial" panose="020B0604020202020204" pitchFamily="34" charset="0"/>
              <a:buChar char="•"/>
            </a:pPr>
            <a:r>
              <a:rPr lang="en-US" dirty="0"/>
              <a:t>Push regularly (don’t accumulate too much).</a:t>
            </a:r>
          </a:p>
        </p:txBody>
      </p:sp>
      <p:sp>
        <p:nvSpPr>
          <p:cNvPr id="9" name="TextBox 8">
            <a:extLst>
              <a:ext uri="{FF2B5EF4-FFF2-40B4-BE49-F238E27FC236}">
                <a16:creationId xmlns:a16="http://schemas.microsoft.com/office/drawing/2014/main" id="{476CD0A0-9292-C610-AEB8-8E20895A3326}"/>
              </a:ext>
            </a:extLst>
          </p:cNvPr>
          <p:cNvSpPr txBox="1"/>
          <p:nvPr/>
        </p:nvSpPr>
        <p:spPr>
          <a:xfrm>
            <a:off x="9099756" y="4383727"/>
            <a:ext cx="2743199" cy="1754326"/>
          </a:xfrm>
          <a:prstGeom prst="rect">
            <a:avLst/>
          </a:prstGeom>
          <a:noFill/>
        </p:spPr>
        <p:txBody>
          <a:bodyPr wrap="square" rtlCol="0">
            <a:spAutoFit/>
          </a:bodyPr>
          <a:lstStyle/>
          <a:p>
            <a:r>
              <a:rPr lang="en-US" dirty="0"/>
              <a:t>⚠️  If this is your </a:t>
            </a:r>
            <a:r>
              <a:rPr lang="en-US" b="1" dirty="0"/>
              <a:t>first time </a:t>
            </a:r>
            <a:r>
              <a:rPr lang="en-US" b="1" dirty="0" err="1"/>
              <a:t>commiting</a:t>
            </a:r>
            <a:r>
              <a:rPr lang="en-US" b="1" dirty="0"/>
              <a:t> your changes</a:t>
            </a:r>
            <a:r>
              <a:rPr lang="en-US" dirty="0"/>
              <a:t>, you might be asked to provide your </a:t>
            </a:r>
            <a:r>
              <a:rPr lang="en-US" b="1" dirty="0"/>
              <a:t>name</a:t>
            </a:r>
            <a:r>
              <a:rPr lang="en-US" dirty="0"/>
              <a:t> and </a:t>
            </a:r>
            <a:r>
              <a:rPr lang="en-US" b="1" dirty="0"/>
              <a:t>email address</a:t>
            </a:r>
            <a:r>
              <a:rPr lang="en-US" dirty="0"/>
              <a:t>.</a:t>
            </a:r>
          </a:p>
        </p:txBody>
      </p:sp>
    </p:spTree>
    <p:extLst>
      <p:ext uri="{BB962C8B-B14F-4D97-AF65-F5344CB8AC3E}">
        <p14:creationId xmlns:p14="http://schemas.microsoft.com/office/powerpoint/2010/main" val="18251857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E00C19-0B89-2424-D5B7-91AED5419D4B}"/>
              </a:ext>
            </a:extLst>
          </p:cNvPr>
          <p:cNvSpPr>
            <a:spLocks noGrp="1"/>
          </p:cNvSpPr>
          <p:nvPr>
            <p:ph type="title"/>
          </p:nvPr>
        </p:nvSpPr>
        <p:spPr/>
        <p:txBody>
          <a:bodyPr/>
          <a:lstStyle/>
          <a:p>
            <a:r>
              <a:rPr lang="en-US" dirty="0"/>
              <a:t>Deployment</a:t>
            </a:r>
          </a:p>
        </p:txBody>
      </p:sp>
      <p:sp>
        <p:nvSpPr>
          <p:cNvPr id="3" name="Content Placeholder 2">
            <a:extLst>
              <a:ext uri="{FF2B5EF4-FFF2-40B4-BE49-F238E27FC236}">
                <a16:creationId xmlns:a16="http://schemas.microsoft.com/office/drawing/2014/main" id="{6373FCED-5397-459D-05FF-9CE61EE680AC}"/>
              </a:ext>
            </a:extLst>
          </p:cNvPr>
          <p:cNvSpPr>
            <a:spLocks noGrp="1"/>
          </p:cNvSpPr>
          <p:nvPr>
            <p:ph idx="1"/>
          </p:nvPr>
        </p:nvSpPr>
        <p:spPr>
          <a:xfrm>
            <a:off x="838200" y="1337000"/>
            <a:ext cx="10515600" cy="4183999"/>
          </a:xfrm>
        </p:spPr>
        <p:txBody>
          <a:bodyPr>
            <a:normAutofit/>
          </a:bodyPr>
          <a:lstStyle/>
          <a:p>
            <a:r>
              <a:rPr lang="en-US" dirty="0"/>
              <a:t>Deployment is the process of making new code usable by others.</a:t>
            </a:r>
          </a:p>
          <a:p>
            <a:r>
              <a:rPr lang="en-US" dirty="0"/>
              <a:t>Goes beyond coding. It includes integration, documentation, and reproducibility. In our example, this could mean:</a:t>
            </a:r>
          </a:p>
          <a:p>
            <a:pPr lvl="1"/>
            <a:r>
              <a:rPr lang="en-US" dirty="0"/>
              <a:t>Updating all the .</a:t>
            </a:r>
            <a:r>
              <a:rPr lang="en-US" dirty="0" err="1"/>
              <a:t>prm</a:t>
            </a:r>
            <a:r>
              <a:rPr lang="en-US" dirty="0"/>
              <a:t> files.</a:t>
            </a:r>
          </a:p>
          <a:p>
            <a:pPr lvl="1"/>
            <a:r>
              <a:rPr lang="en-US" dirty="0"/>
              <a:t>Updating any </a:t>
            </a:r>
            <a:r>
              <a:rPr lang="en-US" dirty="0" err="1"/>
              <a:t>README.md</a:t>
            </a:r>
            <a:r>
              <a:rPr lang="en-US" dirty="0"/>
              <a:t> files.</a:t>
            </a:r>
          </a:p>
          <a:p>
            <a:pPr lvl="1"/>
            <a:r>
              <a:rPr lang="en-US" dirty="0"/>
              <a:t>Creating further examples that may be used as tests.</a:t>
            </a:r>
          </a:p>
          <a:p>
            <a:pPr lvl="1"/>
            <a:r>
              <a:rPr lang="en-US" dirty="0"/>
              <a:t>Releasing a new version.</a:t>
            </a:r>
          </a:p>
          <a:p>
            <a:r>
              <a:rPr lang="en-US" dirty="0"/>
              <a:t>This is particularly important if:</a:t>
            </a:r>
          </a:p>
          <a:p>
            <a:pPr lvl="1"/>
            <a:r>
              <a:rPr lang="en-US" dirty="0"/>
              <a:t>You’re planning to submit a pull request (PR) to include your changes in the main Flexodeal repository.</a:t>
            </a:r>
          </a:p>
          <a:p>
            <a:pPr lvl="1"/>
            <a:r>
              <a:rPr lang="en-US" dirty="0"/>
              <a:t>You’re planning to share your code publicly.</a:t>
            </a:r>
          </a:p>
        </p:txBody>
      </p:sp>
      <p:sp>
        <p:nvSpPr>
          <p:cNvPr id="4" name="Date Placeholder 3">
            <a:extLst>
              <a:ext uri="{FF2B5EF4-FFF2-40B4-BE49-F238E27FC236}">
                <a16:creationId xmlns:a16="http://schemas.microsoft.com/office/drawing/2014/main" id="{FB32D64E-CC13-4359-65CA-E5C18415CF2C}"/>
              </a:ext>
            </a:extLst>
          </p:cNvPr>
          <p:cNvSpPr>
            <a:spLocks noGrp="1"/>
          </p:cNvSpPr>
          <p:nvPr>
            <p:ph type="dt" sz="half" idx="10"/>
          </p:nvPr>
        </p:nvSpPr>
        <p:spPr/>
        <p:txBody>
          <a:bodyPr/>
          <a:lstStyle/>
          <a:p>
            <a:r>
              <a:rPr lang="en-CA"/>
              <a:t>March 20, 2026</a:t>
            </a:r>
          </a:p>
        </p:txBody>
      </p:sp>
      <p:sp>
        <p:nvSpPr>
          <p:cNvPr id="5" name="Footer Placeholder 4">
            <a:extLst>
              <a:ext uri="{FF2B5EF4-FFF2-40B4-BE49-F238E27FC236}">
                <a16:creationId xmlns:a16="http://schemas.microsoft.com/office/drawing/2014/main" id="{5D7DD2C8-2020-739C-0491-3146DD4E4611}"/>
              </a:ext>
            </a:extLst>
          </p:cNvPr>
          <p:cNvSpPr>
            <a:spLocks noGrp="1"/>
          </p:cNvSpPr>
          <p:nvPr>
            <p:ph type="ftr" sz="quarter" idx="11"/>
          </p:nvPr>
        </p:nvSpPr>
        <p:spPr/>
        <p:txBody>
          <a:bodyPr/>
          <a:lstStyle/>
          <a:p>
            <a:r>
              <a:rPr lang="en-CA"/>
              <a:t>Flexodeal Tutorial 3</a:t>
            </a:r>
          </a:p>
        </p:txBody>
      </p:sp>
      <p:sp>
        <p:nvSpPr>
          <p:cNvPr id="6" name="Slide Number Placeholder 5">
            <a:extLst>
              <a:ext uri="{FF2B5EF4-FFF2-40B4-BE49-F238E27FC236}">
                <a16:creationId xmlns:a16="http://schemas.microsoft.com/office/drawing/2014/main" id="{EF0EB13C-974D-1588-5944-FB59570CB7D8}"/>
              </a:ext>
            </a:extLst>
          </p:cNvPr>
          <p:cNvSpPr>
            <a:spLocks noGrp="1"/>
          </p:cNvSpPr>
          <p:nvPr>
            <p:ph type="sldNum" sz="quarter" idx="12"/>
          </p:nvPr>
        </p:nvSpPr>
        <p:spPr/>
        <p:txBody>
          <a:bodyPr/>
          <a:lstStyle/>
          <a:p>
            <a:fld id="{0258E0DB-C08A-4E55-BA80-F4258B1DF3D5}" type="slidenum">
              <a:rPr lang="en-CA" smtClean="0"/>
              <a:t>16</a:t>
            </a:fld>
            <a:endParaRPr lang="en-CA"/>
          </a:p>
        </p:txBody>
      </p:sp>
    </p:spTree>
    <p:extLst>
      <p:ext uri="{BB962C8B-B14F-4D97-AF65-F5344CB8AC3E}">
        <p14:creationId xmlns:p14="http://schemas.microsoft.com/office/powerpoint/2010/main" val="12531032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5F751B-6ED3-A893-1896-06CBF596DCC9}"/>
              </a:ext>
            </a:extLst>
          </p:cNvPr>
          <p:cNvSpPr>
            <a:spLocks noGrp="1"/>
          </p:cNvSpPr>
          <p:nvPr>
            <p:ph type="title"/>
          </p:nvPr>
        </p:nvSpPr>
        <p:spPr/>
        <p:txBody>
          <a:bodyPr/>
          <a:lstStyle/>
          <a:p>
            <a:r>
              <a:rPr lang="en-US" dirty="0"/>
              <a:t>Contributing to Flexodeal: Key Questions	</a:t>
            </a:r>
          </a:p>
        </p:txBody>
      </p:sp>
      <p:sp>
        <p:nvSpPr>
          <p:cNvPr id="3" name="Content Placeholder 2">
            <a:extLst>
              <a:ext uri="{FF2B5EF4-FFF2-40B4-BE49-F238E27FC236}">
                <a16:creationId xmlns:a16="http://schemas.microsoft.com/office/drawing/2014/main" id="{8F37B05E-AD9E-785C-CCD6-492552541D24}"/>
              </a:ext>
            </a:extLst>
          </p:cNvPr>
          <p:cNvSpPr>
            <a:spLocks noGrp="1"/>
          </p:cNvSpPr>
          <p:nvPr>
            <p:ph idx="1"/>
          </p:nvPr>
        </p:nvSpPr>
        <p:spPr>
          <a:xfrm>
            <a:off x="838200" y="1538786"/>
            <a:ext cx="10515600" cy="4131517"/>
          </a:xfrm>
        </p:spPr>
        <p:txBody>
          <a:bodyPr>
            <a:normAutofit lnSpcReduction="10000"/>
          </a:bodyPr>
          <a:lstStyle/>
          <a:p>
            <a:pPr marL="0" indent="0">
              <a:buNone/>
            </a:pPr>
            <a:r>
              <a:rPr lang="en-US" dirty="0"/>
              <a:t>Before opening a pull request (PR), or even before thinking of adding a new feature to Flexodeal, ask:</a:t>
            </a:r>
          </a:p>
          <a:p>
            <a:pPr marL="0" indent="0">
              <a:buNone/>
            </a:pPr>
            <a:endParaRPr lang="en-US" dirty="0"/>
          </a:p>
          <a:p>
            <a:r>
              <a:rPr lang="en-US" dirty="0"/>
              <a:t>Is this feature </a:t>
            </a:r>
            <a:r>
              <a:rPr lang="en-US" b="1" dirty="0"/>
              <a:t>broadly useful</a:t>
            </a:r>
            <a:r>
              <a:rPr lang="en-US" dirty="0"/>
              <a:t>? That is, not just for a single project or boundary conditions.</a:t>
            </a:r>
          </a:p>
          <a:p>
            <a:r>
              <a:rPr lang="en-US" dirty="0"/>
              <a:t>Is it </a:t>
            </a:r>
            <a:r>
              <a:rPr lang="en-US" b="1" dirty="0"/>
              <a:t>generalizable</a:t>
            </a:r>
            <a:r>
              <a:rPr lang="en-US" dirty="0"/>
              <a:t>? That is, is it independent of specific geometry or boundary conditions.</a:t>
            </a:r>
          </a:p>
          <a:p>
            <a:r>
              <a:rPr lang="en-US" dirty="0"/>
              <a:t>Is it </a:t>
            </a:r>
            <a:r>
              <a:rPr lang="en-US" b="1" dirty="0"/>
              <a:t>testable</a:t>
            </a:r>
            <a:r>
              <a:rPr lang="en-US" dirty="0"/>
              <a:t>? Can you verify </a:t>
            </a:r>
            <a:r>
              <a:rPr lang="en-US" b="1" dirty="0"/>
              <a:t>correctness</a:t>
            </a:r>
            <a:r>
              <a:rPr lang="en-US" dirty="0"/>
              <a:t> with a clear test case?</a:t>
            </a:r>
          </a:p>
          <a:p>
            <a:r>
              <a:rPr lang="en-US" dirty="0"/>
              <a:t>Is it </a:t>
            </a:r>
            <a:r>
              <a:rPr lang="en-US" b="1" dirty="0"/>
              <a:t>reproducible</a:t>
            </a:r>
            <a:r>
              <a:rPr lang="en-US" dirty="0"/>
              <a:t>? Can others run and obtain consistent results?</a:t>
            </a:r>
          </a:p>
          <a:p>
            <a:r>
              <a:rPr lang="en-US" dirty="0"/>
              <a:t>Is it </a:t>
            </a:r>
            <a:r>
              <a:rPr lang="en-US" b="1" dirty="0">
                <a:solidFill>
                  <a:srgbClr val="FF0000"/>
                </a:solidFill>
              </a:rPr>
              <a:t>documented</a:t>
            </a:r>
            <a:r>
              <a:rPr lang="en-US" dirty="0"/>
              <a:t>? </a:t>
            </a:r>
          </a:p>
          <a:p>
            <a:endParaRPr lang="en-US" dirty="0"/>
          </a:p>
        </p:txBody>
      </p:sp>
      <p:sp>
        <p:nvSpPr>
          <p:cNvPr id="4" name="Date Placeholder 3">
            <a:extLst>
              <a:ext uri="{FF2B5EF4-FFF2-40B4-BE49-F238E27FC236}">
                <a16:creationId xmlns:a16="http://schemas.microsoft.com/office/drawing/2014/main" id="{6CC91F45-48AE-F618-5CF0-DA00B972755C}"/>
              </a:ext>
            </a:extLst>
          </p:cNvPr>
          <p:cNvSpPr>
            <a:spLocks noGrp="1"/>
          </p:cNvSpPr>
          <p:nvPr>
            <p:ph type="dt" sz="half" idx="10"/>
          </p:nvPr>
        </p:nvSpPr>
        <p:spPr/>
        <p:txBody>
          <a:bodyPr/>
          <a:lstStyle/>
          <a:p>
            <a:r>
              <a:rPr lang="en-CA"/>
              <a:t>March 20, 2026</a:t>
            </a:r>
          </a:p>
        </p:txBody>
      </p:sp>
      <p:sp>
        <p:nvSpPr>
          <p:cNvPr id="5" name="Footer Placeholder 4">
            <a:extLst>
              <a:ext uri="{FF2B5EF4-FFF2-40B4-BE49-F238E27FC236}">
                <a16:creationId xmlns:a16="http://schemas.microsoft.com/office/drawing/2014/main" id="{C0232323-C974-4617-B1F3-DDD555ED9749}"/>
              </a:ext>
            </a:extLst>
          </p:cNvPr>
          <p:cNvSpPr>
            <a:spLocks noGrp="1"/>
          </p:cNvSpPr>
          <p:nvPr>
            <p:ph type="ftr" sz="quarter" idx="11"/>
          </p:nvPr>
        </p:nvSpPr>
        <p:spPr/>
        <p:txBody>
          <a:bodyPr/>
          <a:lstStyle/>
          <a:p>
            <a:r>
              <a:rPr lang="en-CA"/>
              <a:t>Flexodeal Tutorial 3</a:t>
            </a:r>
          </a:p>
        </p:txBody>
      </p:sp>
      <p:sp>
        <p:nvSpPr>
          <p:cNvPr id="6" name="Slide Number Placeholder 5">
            <a:extLst>
              <a:ext uri="{FF2B5EF4-FFF2-40B4-BE49-F238E27FC236}">
                <a16:creationId xmlns:a16="http://schemas.microsoft.com/office/drawing/2014/main" id="{8C874416-5A34-A68F-590E-3F1D8D15BD2C}"/>
              </a:ext>
            </a:extLst>
          </p:cNvPr>
          <p:cNvSpPr>
            <a:spLocks noGrp="1"/>
          </p:cNvSpPr>
          <p:nvPr>
            <p:ph type="sldNum" sz="quarter" idx="12"/>
          </p:nvPr>
        </p:nvSpPr>
        <p:spPr/>
        <p:txBody>
          <a:bodyPr/>
          <a:lstStyle/>
          <a:p>
            <a:fld id="{0258E0DB-C08A-4E55-BA80-F4258B1DF3D5}" type="slidenum">
              <a:rPr lang="en-CA" smtClean="0"/>
              <a:t>17</a:t>
            </a:fld>
            <a:endParaRPr lang="en-CA"/>
          </a:p>
        </p:txBody>
      </p:sp>
    </p:spTree>
    <p:extLst>
      <p:ext uri="{BB962C8B-B14F-4D97-AF65-F5344CB8AC3E}">
        <p14:creationId xmlns:p14="http://schemas.microsoft.com/office/powerpoint/2010/main" val="377995223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730596-8D6D-78F1-BE39-835159F7CB8B}"/>
              </a:ext>
            </a:extLst>
          </p:cNvPr>
          <p:cNvSpPr>
            <a:spLocks noGrp="1"/>
          </p:cNvSpPr>
          <p:nvPr>
            <p:ph type="title"/>
          </p:nvPr>
        </p:nvSpPr>
        <p:spPr/>
        <p:txBody>
          <a:bodyPr/>
          <a:lstStyle/>
          <a:p>
            <a:r>
              <a:rPr lang="en-US" dirty="0"/>
              <a:t>Maintenance &amp; Support</a:t>
            </a:r>
          </a:p>
        </p:txBody>
      </p:sp>
      <p:sp>
        <p:nvSpPr>
          <p:cNvPr id="3" name="Content Placeholder 2">
            <a:extLst>
              <a:ext uri="{FF2B5EF4-FFF2-40B4-BE49-F238E27FC236}">
                <a16:creationId xmlns:a16="http://schemas.microsoft.com/office/drawing/2014/main" id="{24E60D77-8D0B-F43F-A0BA-75892F5E578A}"/>
              </a:ext>
            </a:extLst>
          </p:cNvPr>
          <p:cNvSpPr>
            <a:spLocks noGrp="1"/>
          </p:cNvSpPr>
          <p:nvPr>
            <p:ph idx="1"/>
          </p:nvPr>
        </p:nvSpPr>
        <p:spPr>
          <a:xfrm>
            <a:off x="838200" y="2350952"/>
            <a:ext cx="10515600" cy="2156096"/>
          </a:xfrm>
        </p:spPr>
        <p:txBody>
          <a:bodyPr/>
          <a:lstStyle/>
          <a:p>
            <a:r>
              <a:rPr lang="en-US" dirty="0"/>
              <a:t>This is ongoing work after deployment to ensure any new feature remains correct, stable, and useful over time.</a:t>
            </a:r>
          </a:p>
          <a:p>
            <a:r>
              <a:rPr lang="en-US" dirty="0"/>
              <a:t>Typical work includes bug fixes or developing new test cases based on new data or literature.</a:t>
            </a:r>
          </a:p>
          <a:p>
            <a:r>
              <a:rPr lang="en-US" b="1" dirty="0"/>
              <a:t>Always prevent regressions</a:t>
            </a:r>
            <a:r>
              <a:rPr lang="en-US" dirty="0"/>
              <a:t>.</a:t>
            </a:r>
          </a:p>
        </p:txBody>
      </p:sp>
      <p:sp>
        <p:nvSpPr>
          <p:cNvPr id="4" name="Date Placeholder 3">
            <a:extLst>
              <a:ext uri="{FF2B5EF4-FFF2-40B4-BE49-F238E27FC236}">
                <a16:creationId xmlns:a16="http://schemas.microsoft.com/office/drawing/2014/main" id="{581E58ED-90D8-54B1-2B8F-7ADD42E783E4}"/>
              </a:ext>
            </a:extLst>
          </p:cNvPr>
          <p:cNvSpPr>
            <a:spLocks noGrp="1"/>
          </p:cNvSpPr>
          <p:nvPr>
            <p:ph type="dt" sz="half" idx="10"/>
          </p:nvPr>
        </p:nvSpPr>
        <p:spPr/>
        <p:txBody>
          <a:bodyPr/>
          <a:lstStyle/>
          <a:p>
            <a:r>
              <a:rPr lang="en-CA"/>
              <a:t>March 20, 2026</a:t>
            </a:r>
          </a:p>
        </p:txBody>
      </p:sp>
      <p:sp>
        <p:nvSpPr>
          <p:cNvPr id="5" name="Footer Placeholder 4">
            <a:extLst>
              <a:ext uri="{FF2B5EF4-FFF2-40B4-BE49-F238E27FC236}">
                <a16:creationId xmlns:a16="http://schemas.microsoft.com/office/drawing/2014/main" id="{467A8CC4-C2DE-7E51-DCC5-4944F843FC43}"/>
              </a:ext>
            </a:extLst>
          </p:cNvPr>
          <p:cNvSpPr>
            <a:spLocks noGrp="1"/>
          </p:cNvSpPr>
          <p:nvPr>
            <p:ph type="ftr" sz="quarter" idx="11"/>
          </p:nvPr>
        </p:nvSpPr>
        <p:spPr/>
        <p:txBody>
          <a:bodyPr/>
          <a:lstStyle/>
          <a:p>
            <a:r>
              <a:rPr lang="en-CA"/>
              <a:t>Flexodeal Tutorial 3</a:t>
            </a:r>
          </a:p>
        </p:txBody>
      </p:sp>
      <p:sp>
        <p:nvSpPr>
          <p:cNvPr id="6" name="Slide Number Placeholder 5">
            <a:extLst>
              <a:ext uri="{FF2B5EF4-FFF2-40B4-BE49-F238E27FC236}">
                <a16:creationId xmlns:a16="http://schemas.microsoft.com/office/drawing/2014/main" id="{E1B266B2-DB2B-F000-6E05-5B6A4406F6CD}"/>
              </a:ext>
            </a:extLst>
          </p:cNvPr>
          <p:cNvSpPr>
            <a:spLocks noGrp="1"/>
          </p:cNvSpPr>
          <p:nvPr>
            <p:ph type="sldNum" sz="quarter" idx="12"/>
          </p:nvPr>
        </p:nvSpPr>
        <p:spPr/>
        <p:txBody>
          <a:bodyPr/>
          <a:lstStyle/>
          <a:p>
            <a:fld id="{0258E0DB-C08A-4E55-BA80-F4258B1DF3D5}" type="slidenum">
              <a:rPr lang="en-CA" smtClean="0"/>
              <a:t>18</a:t>
            </a:fld>
            <a:endParaRPr lang="en-CA"/>
          </a:p>
        </p:txBody>
      </p:sp>
    </p:spTree>
    <p:extLst>
      <p:ext uri="{BB962C8B-B14F-4D97-AF65-F5344CB8AC3E}">
        <p14:creationId xmlns:p14="http://schemas.microsoft.com/office/powerpoint/2010/main" val="16215325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59BBD5-A8B4-8903-660C-8132033968AF}"/>
              </a:ext>
            </a:extLst>
          </p:cNvPr>
          <p:cNvSpPr>
            <a:spLocks noGrp="1"/>
          </p:cNvSpPr>
          <p:nvPr>
            <p:ph type="title"/>
          </p:nvPr>
        </p:nvSpPr>
        <p:spPr/>
        <p:txBody>
          <a:bodyPr/>
          <a:lstStyle/>
          <a:p>
            <a:r>
              <a:rPr lang="en-US" dirty="0"/>
              <a:t>Best Software Development Practices</a:t>
            </a:r>
          </a:p>
        </p:txBody>
      </p:sp>
      <p:sp>
        <p:nvSpPr>
          <p:cNvPr id="4" name="Date Placeholder 3">
            <a:extLst>
              <a:ext uri="{FF2B5EF4-FFF2-40B4-BE49-F238E27FC236}">
                <a16:creationId xmlns:a16="http://schemas.microsoft.com/office/drawing/2014/main" id="{E500C03D-23B5-8D5D-64AF-BC47B3AF7FD5}"/>
              </a:ext>
            </a:extLst>
          </p:cNvPr>
          <p:cNvSpPr>
            <a:spLocks noGrp="1"/>
          </p:cNvSpPr>
          <p:nvPr>
            <p:ph type="dt" sz="half" idx="10"/>
          </p:nvPr>
        </p:nvSpPr>
        <p:spPr/>
        <p:txBody>
          <a:bodyPr/>
          <a:lstStyle/>
          <a:p>
            <a:r>
              <a:rPr lang="en-CA"/>
              <a:t>March 20, 2026</a:t>
            </a:r>
          </a:p>
        </p:txBody>
      </p:sp>
      <p:sp>
        <p:nvSpPr>
          <p:cNvPr id="5" name="Footer Placeholder 4">
            <a:extLst>
              <a:ext uri="{FF2B5EF4-FFF2-40B4-BE49-F238E27FC236}">
                <a16:creationId xmlns:a16="http://schemas.microsoft.com/office/drawing/2014/main" id="{467F1010-669B-1F87-E3E6-2EAE456C7D04}"/>
              </a:ext>
            </a:extLst>
          </p:cNvPr>
          <p:cNvSpPr>
            <a:spLocks noGrp="1"/>
          </p:cNvSpPr>
          <p:nvPr>
            <p:ph type="ftr" sz="quarter" idx="11"/>
          </p:nvPr>
        </p:nvSpPr>
        <p:spPr/>
        <p:txBody>
          <a:bodyPr/>
          <a:lstStyle/>
          <a:p>
            <a:r>
              <a:rPr lang="en-CA"/>
              <a:t>Flexodeal Tutorial 3</a:t>
            </a:r>
          </a:p>
        </p:txBody>
      </p:sp>
      <p:sp>
        <p:nvSpPr>
          <p:cNvPr id="6" name="Slide Number Placeholder 5">
            <a:extLst>
              <a:ext uri="{FF2B5EF4-FFF2-40B4-BE49-F238E27FC236}">
                <a16:creationId xmlns:a16="http://schemas.microsoft.com/office/drawing/2014/main" id="{50DA7ADE-A62B-597D-508D-494E3CC3C89F}"/>
              </a:ext>
            </a:extLst>
          </p:cNvPr>
          <p:cNvSpPr>
            <a:spLocks noGrp="1"/>
          </p:cNvSpPr>
          <p:nvPr>
            <p:ph type="sldNum" sz="quarter" idx="12"/>
          </p:nvPr>
        </p:nvSpPr>
        <p:spPr/>
        <p:txBody>
          <a:bodyPr/>
          <a:lstStyle/>
          <a:p>
            <a:fld id="{0258E0DB-C08A-4E55-BA80-F4258B1DF3D5}" type="slidenum">
              <a:rPr lang="en-CA" smtClean="0"/>
              <a:t>19</a:t>
            </a:fld>
            <a:endParaRPr lang="en-CA"/>
          </a:p>
        </p:txBody>
      </p:sp>
      <p:graphicFrame>
        <p:nvGraphicFramePr>
          <p:cNvPr id="8" name="Content Placeholder 7">
            <a:extLst>
              <a:ext uri="{FF2B5EF4-FFF2-40B4-BE49-F238E27FC236}">
                <a16:creationId xmlns:a16="http://schemas.microsoft.com/office/drawing/2014/main" id="{8BD94CA9-7FE8-EA3D-933C-3C0A850C6D4A}"/>
              </a:ext>
            </a:extLst>
          </p:cNvPr>
          <p:cNvGraphicFramePr>
            <a:graphicFrameLocks noGrp="1"/>
          </p:cNvGraphicFramePr>
          <p:nvPr>
            <p:ph idx="1"/>
            <p:extLst>
              <p:ext uri="{D42A27DB-BD31-4B8C-83A1-F6EECF244321}">
                <p14:modId xmlns:p14="http://schemas.microsoft.com/office/powerpoint/2010/main" val="3152594611"/>
              </p:ext>
            </p:extLst>
          </p:nvPr>
        </p:nvGraphicFramePr>
        <p:xfrm>
          <a:off x="1391264" y="991930"/>
          <a:ext cx="9409471" cy="550094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99067519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596BFA-7F98-6D40-264D-B77C1D6F577D}"/>
              </a:ext>
            </a:extLst>
          </p:cNvPr>
          <p:cNvSpPr>
            <a:spLocks noGrp="1"/>
          </p:cNvSpPr>
          <p:nvPr>
            <p:ph type="title"/>
          </p:nvPr>
        </p:nvSpPr>
        <p:spPr/>
        <p:txBody>
          <a:bodyPr/>
          <a:lstStyle/>
          <a:p>
            <a:r>
              <a:rPr lang="en-CA" noProof="0"/>
              <a:t>More Resources</a:t>
            </a:r>
          </a:p>
        </p:txBody>
      </p:sp>
      <p:sp>
        <p:nvSpPr>
          <p:cNvPr id="3" name="Content Placeholder 2">
            <a:extLst>
              <a:ext uri="{FF2B5EF4-FFF2-40B4-BE49-F238E27FC236}">
                <a16:creationId xmlns:a16="http://schemas.microsoft.com/office/drawing/2014/main" id="{0B56EC65-A72F-1888-622B-464B5A44EC35}"/>
              </a:ext>
            </a:extLst>
          </p:cNvPr>
          <p:cNvSpPr>
            <a:spLocks noGrp="1"/>
          </p:cNvSpPr>
          <p:nvPr>
            <p:ph idx="1"/>
          </p:nvPr>
        </p:nvSpPr>
        <p:spPr>
          <a:xfrm>
            <a:off x="838200" y="1638030"/>
            <a:ext cx="10515600" cy="3903780"/>
          </a:xfrm>
        </p:spPr>
        <p:txBody>
          <a:bodyPr/>
          <a:lstStyle/>
          <a:p>
            <a:r>
              <a:rPr lang="en-CA" dirty="0"/>
              <a:t>Finite element simulation using </a:t>
            </a:r>
            <a:r>
              <a:rPr lang="en-CA" dirty="0" err="1"/>
              <a:t>deal.II</a:t>
            </a:r>
            <a:r>
              <a:rPr lang="en-CA" dirty="0"/>
              <a:t>: </a:t>
            </a:r>
            <a:r>
              <a:rPr lang="en-CA" dirty="0">
                <a:hlinkClick r:id="rId2"/>
              </a:rPr>
              <a:t>https://www.dealii.org/current/doxygen/deal.II/Tutorial.html</a:t>
            </a:r>
            <a:endParaRPr lang="en-CA" dirty="0"/>
          </a:p>
          <a:p>
            <a:r>
              <a:rPr lang="en-CA" dirty="0"/>
              <a:t>Mathematical details of Flexodeal:</a:t>
            </a:r>
          </a:p>
          <a:p>
            <a:pPr lvl="1"/>
            <a:r>
              <a:rPr lang="en-CA" dirty="0"/>
              <a:t>Almonacid, J. A., Domínguez-Rivera, S. A., Konno, R. N., Nigam, N., Ross, S. A., Tam, C., &amp; Wakeling, J. M. (2024). A three-dimensional model of skeletal muscle tissues. </a:t>
            </a:r>
            <a:r>
              <a:rPr lang="en-CA" i="1" dirty="0"/>
              <a:t>SIAM journal on applied mathematics</a:t>
            </a:r>
            <a:r>
              <a:rPr lang="en-CA" dirty="0"/>
              <a:t>, </a:t>
            </a:r>
            <a:r>
              <a:rPr lang="en-CA" i="1" dirty="0"/>
              <a:t>84</a:t>
            </a:r>
            <a:r>
              <a:rPr lang="en-CA" dirty="0"/>
              <a:t>(3), S538-S566.</a:t>
            </a:r>
          </a:p>
          <a:p>
            <a:pPr lvl="1"/>
            <a:r>
              <a:rPr lang="en-CA" dirty="0"/>
              <a:t>Almonacid Paredes, J. A. (2025). On the nonlinear elastodynamics of skeletal muscle (Chapters 5 and 6). PhD Thesis, Simon Fraser University (available at </a:t>
            </a:r>
            <a:r>
              <a:rPr lang="en-CA" dirty="0">
                <a:hlinkClick r:id="rId3"/>
              </a:rPr>
              <a:t>www.sfu.ca/~Javiera</a:t>
            </a:r>
            <a:r>
              <a:rPr lang="en-CA" dirty="0"/>
              <a:t>).</a:t>
            </a:r>
          </a:p>
          <a:p>
            <a:r>
              <a:rPr lang="en-CA" dirty="0" err="1"/>
              <a:t>ParaView</a:t>
            </a:r>
            <a:r>
              <a:rPr lang="en-CA" dirty="0"/>
              <a:t> documentation: </a:t>
            </a:r>
            <a:r>
              <a:rPr lang="en-CA" dirty="0">
                <a:hlinkClick r:id="rId4"/>
              </a:rPr>
              <a:t>https://docs.paraview.org/en/v5.13.1/UsersGuide/introduction.html</a:t>
            </a:r>
            <a:r>
              <a:rPr lang="en-CA" dirty="0"/>
              <a:t> </a:t>
            </a:r>
          </a:p>
        </p:txBody>
      </p:sp>
      <p:sp>
        <p:nvSpPr>
          <p:cNvPr id="4" name="Date Placeholder 3">
            <a:extLst>
              <a:ext uri="{FF2B5EF4-FFF2-40B4-BE49-F238E27FC236}">
                <a16:creationId xmlns:a16="http://schemas.microsoft.com/office/drawing/2014/main" id="{A5A92018-95C3-0DD1-92F7-06B9137B3807}"/>
              </a:ext>
            </a:extLst>
          </p:cNvPr>
          <p:cNvSpPr>
            <a:spLocks noGrp="1"/>
          </p:cNvSpPr>
          <p:nvPr>
            <p:ph type="dt" sz="half" idx="10"/>
          </p:nvPr>
        </p:nvSpPr>
        <p:spPr/>
        <p:txBody>
          <a:bodyPr/>
          <a:lstStyle/>
          <a:p>
            <a:r>
              <a:rPr lang="en-CA" noProof="0"/>
              <a:t>March 20, 2026</a:t>
            </a:r>
          </a:p>
        </p:txBody>
      </p:sp>
      <p:sp>
        <p:nvSpPr>
          <p:cNvPr id="5" name="Footer Placeholder 4">
            <a:extLst>
              <a:ext uri="{FF2B5EF4-FFF2-40B4-BE49-F238E27FC236}">
                <a16:creationId xmlns:a16="http://schemas.microsoft.com/office/drawing/2014/main" id="{17138A8F-5A08-38F7-EEB6-E65B3AC447C7}"/>
              </a:ext>
            </a:extLst>
          </p:cNvPr>
          <p:cNvSpPr>
            <a:spLocks noGrp="1"/>
          </p:cNvSpPr>
          <p:nvPr>
            <p:ph type="ftr" sz="quarter" idx="11"/>
          </p:nvPr>
        </p:nvSpPr>
        <p:spPr/>
        <p:txBody>
          <a:bodyPr/>
          <a:lstStyle/>
          <a:p>
            <a:r>
              <a:rPr lang="en-CA" noProof="0"/>
              <a:t>Flexodeal Tutorial 3</a:t>
            </a:r>
          </a:p>
        </p:txBody>
      </p:sp>
      <p:sp>
        <p:nvSpPr>
          <p:cNvPr id="6" name="Slide Number Placeholder 5">
            <a:extLst>
              <a:ext uri="{FF2B5EF4-FFF2-40B4-BE49-F238E27FC236}">
                <a16:creationId xmlns:a16="http://schemas.microsoft.com/office/drawing/2014/main" id="{04B025CE-9145-44C9-31B3-143B5138534B}"/>
              </a:ext>
            </a:extLst>
          </p:cNvPr>
          <p:cNvSpPr>
            <a:spLocks noGrp="1"/>
          </p:cNvSpPr>
          <p:nvPr>
            <p:ph type="sldNum" sz="quarter" idx="12"/>
          </p:nvPr>
        </p:nvSpPr>
        <p:spPr/>
        <p:txBody>
          <a:bodyPr/>
          <a:lstStyle/>
          <a:p>
            <a:fld id="{0258E0DB-C08A-4E55-BA80-F4258B1DF3D5}" type="slidenum">
              <a:rPr lang="en-CA" noProof="0" smtClean="0"/>
              <a:t>20</a:t>
            </a:fld>
            <a:endParaRPr lang="en-CA" noProof="0"/>
          </a:p>
        </p:txBody>
      </p:sp>
    </p:spTree>
    <p:extLst>
      <p:ext uri="{BB962C8B-B14F-4D97-AF65-F5344CB8AC3E}">
        <p14:creationId xmlns:p14="http://schemas.microsoft.com/office/powerpoint/2010/main" val="168993526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E41CB49E-EC73-1F5C-830B-A2C31C3B48AB}"/>
              </a:ext>
            </a:extLst>
          </p:cNvPr>
          <p:cNvSpPr/>
          <p:nvPr/>
        </p:nvSpPr>
        <p:spPr>
          <a:xfrm>
            <a:off x="0" y="2570657"/>
            <a:ext cx="12192000" cy="4287343"/>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7CF5899A-7A55-EB7A-7E35-93FC01E11D34}"/>
              </a:ext>
            </a:extLst>
          </p:cNvPr>
          <p:cNvSpPr txBox="1"/>
          <p:nvPr/>
        </p:nvSpPr>
        <p:spPr>
          <a:xfrm>
            <a:off x="1273822" y="603593"/>
            <a:ext cx="7140836" cy="683072"/>
          </a:xfrm>
          <a:prstGeom prst="rect">
            <a:avLst/>
          </a:prstGeom>
          <a:noFill/>
          <a:ln>
            <a:noFill/>
          </a:ln>
        </p:spPr>
        <p:style>
          <a:lnRef idx="2">
            <a:schemeClr val="dk1"/>
          </a:lnRef>
          <a:fillRef idx="1">
            <a:schemeClr val="lt1"/>
          </a:fillRef>
          <a:effectRef idx="0">
            <a:schemeClr val="dk1"/>
          </a:effectRef>
          <a:fontRef idx="minor">
            <a:schemeClr val="dk1"/>
          </a:fontRef>
        </p:style>
        <p:txBody>
          <a:bodyPr wrap="square" rtlCol="0">
            <a:spAutoFit/>
          </a:bodyPr>
          <a:lstStyle/>
          <a:p>
            <a:pPr>
              <a:lnSpc>
                <a:spcPct val="150000"/>
              </a:lnSpc>
            </a:pPr>
            <a:r>
              <a:rPr lang="en-US" sz="2800" err="1">
                <a:solidFill>
                  <a:schemeClr val="tx1"/>
                </a:solidFill>
                <a:latin typeface="+mj-lt"/>
              </a:rPr>
              <a:t>www.github.com</a:t>
            </a:r>
            <a:r>
              <a:rPr lang="en-US" sz="2800">
                <a:solidFill>
                  <a:schemeClr val="tx1"/>
                </a:solidFill>
                <a:latin typeface="+mj-lt"/>
              </a:rPr>
              <a:t>/</a:t>
            </a:r>
            <a:r>
              <a:rPr lang="en-US" sz="2800" err="1">
                <a:solidFill>
                  <a:schemeClr val="tx1"/>
                </a:solidFill>
                <a:latin typeface="+mj-lt"/>
              </a:rPr>
              <a:t>sfu-nml</a:t>
            </a:r>
            <a:endParaRPr lang="en-US" sz="2800">
              <a:solidFill>
                <a:schemeClr val="tx1"/>
              </a:solidFill>
              <a:latin typeface="+mj-lt"/>
            </a:endParaRPr>
          </a:p>
        </p:txBody>
      </p:sp>
      <p:sp>
        <p:nvSpPr>
          <p:cNvPr id="9" name="TextBox 8">
            <a:extLst>
              <a:ext uri="{FF2B5EF4-FFF2-40B4-BE49-F238E27FC236}">
                <a16:creationId xmlns:a16="http://schemas.microsoft.com/office/drawing/2014/main" id="{13C7C034-ED73-FB61-DCA8-EDFE26D8EE1E}"/>
              </a:ext>
            </a:extLst>
          </p:cNvPr>
          <p:cNvSpPr txBox="1"/>
          <p:nvPr/>
        </p:nvSpPr>
        <p:spPr>
          <a:xfrm>
            <a:off x="627372" y="2737497"/>
            <a:ext cx="7140836" cy="767454"/>
          </a:xfrm>
          <a:prstGeom prst="rect">
            <a:avLst/>
          </a:prstGeom>
          <a:noFill/>
          <a:ln>
            <a:noFill/>
          </a:ln>
        </p:spPr>
        <p:style>
          <a:lnRef idx="2">
            <a:schemeClr val="dk1"/>
          </a:lnRef>
          <a:fillRef idx="1">
            <a:schemeClr val="lt1"/>
          </a:fillRef>
          <a:effectRef idx="0">
            <a:schemeClr val="dk1"/>
          </a:effectRef>
          <a:fontRef idx="minor">
            <a:schemeClr val="dk1"/>
          </a:fontRef>
        </p:style>
        <p:txBody>
          <a:bodyPr wrap="square" rtlCol="0">
            <a:spAutoFit/>
          </a:bodyPr>
          <a:lstStyle/>
          <a:p>
            <a:pPr>
              <a:lnSpc>
                <a:spcPct val="150000"/>
              </a:lnSpc>
            </a:pPr>
            <a:r>
              <a:rPr lang="en-US" sz="3200">
                <a:solidFill>
                  <a:schemeClr val="bg1"/>
                </a:solidFill>
                <a:latin typeface="+mj-lt"/>
              </a:rPr>
              <a:t>Flexodeal contributors</a:t>
            </a:r>
          </a:p>
        </p:txBody>
      </p:sp>
      <p:pic>
        <p:nvPicPr>
          <p:cNvPr id="10" name="Picture 9" descr="A person wearing glasses and smiling&#10;&#10;Description automatically generated">
            <a:extLst>
              <a:ext uri="{FF2B5EF4-FFF2-40B4-BE49-F238E27FC236}">
                <a16:creationId xmlns:a16="http://schemas.microsoft.com/office/drawing/2014/main" id="{4F5B5FB3-8061-E39E-6281-5C230202AACF}"/>
              </a:ext>
            </a:extLst>
          </p:cNvPr>
          <p:cNvPicPr>
            <a:picLocks noChangeAspect="1"/>
          </p:cNvPicPr>
          <p:nvPr/>
        </p:nvPicPr>
        <p:blipFill rotWithShape="1">
          <a:blip r:embed="rId2">
            <a:extLst>
              <a:ext uri="{28A0092B-C50C-407E-A947-70E740481C1C}">
                <a14:useLocalDpi xmlns:a14="http://schemas.microsoft.com/office/drawing/2010/main" val="0"/>
              </a:ext>
            </a:extLst>
          </a:blip>
          <a:srcRect t="9353" b="20737"/>
          <a:stretch/>
        </p:blipFill>
        <p:spPr>
          <a:xfrm>
            <a:off x="6607875" y="5546318"/>
            <a:ext cx="916744" cy="920961"/>
          </a:xfrm>
          <a:prstGeom prst="rect">
            <a:avLst/>
          </a:prstGeom>
        </p:spPr>
      </p:pic>
      <p:pic>
        <p:nvPicPr>
          <p:cNvPr id="11" name="Picture 10" descr="A person with short hair wearing a red dress&#10;&#10;Description automatically generated">
            <a:extLst>
              <a:ext uri="{FF2B5EF4-FFF2-40B4-BE49-F238E27FC236}">
                <a16:creationId xmlns:a16="http://schemas.microsoft.com/office/drawing/2014/main" id="{371FC539-B2E9-BF4D-2AFD-4D9CB856489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88908" y="5535433"/>
            <a:ext cx="911884" cy="920960"/>
          </a:xfrm>
          <a:prstGeom prst="rect">
            <a:avLst/>
          </a:prstGeom>
        </p:spPr>
      </p:pic>
      <p:pic>
        <p:nvPicPr>
          <p:cNvPr id="12" name="Picture 11" descr="A person smiling for a picture&#10;&#10;Description automatically generated">
            <a:extLst>
              <a:ext uri="{FF2B5EF4-FFF2-40B4-BE49-F238E27FC236}">
                <a16:creationId xmlns:a16="http://schemas.microsoft.com/office/drawing/2014/main" id="{8AC862F6-C992-71A6-B57B-E44E848CFA7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68288" y="5550856"/>
            <a:ext cx="911884" cy="911884"/>
          </a:xfrm>
          <a:prstGeom prst="rect">
            <a:avLst/>
          </a:prstGeom>
        </p:spPr>
      </p:pic>
      <p:pic>
        <p:nvPicPr>
          <p:cNvPr id="13" name="Picture 12" descr="A person smiling for a picture&#10;&#10;Description automatically generated">
            <a:extLst>
              <a:ext uri="{FF2B5EF4-FFF2-40B4-BE49-F238E27FC236}">
                <a16:creationId xmlns:a16="http://schemas.microsoft.com/office/drawing/2014/main" id="{FF359844-1C08-43E3-1922-A7DEB121B171}"/>
              </a:ext>
            </a:extLst>
          </p:cNvPr>
          <p:cNvPicPr>
            <a:picLocks noChangeAspect="1"/>
          </p:cNvPicPr>
          <p:nvPr/>
        </p:nvPicPr>
        <p:blipFill rotWithShape="1">
          <a:blip r:embed="rId5">
            <a:extLst>
              <a:ext uri="{28A0092B-C50C-407E-A947-70E740481C1C}">
                <a14:useLocalDpi xmlns:a14="http://schemas.microsoft.com/office/drawing/2010/main" val="0"/>
              </a:ext>
            </a:extLst>
          </a:blip>
          <a:srcRect l="15232" t="19689" r="12223" b="7769"/>
          <a:stretch/>
        </p:blipFill>
        <p:spPr>
          <a:xfrm>
            <a:off x="9391117" y="4634435"/>
            <a:ext cx="910275" cy="911884"/>
          </a:xfrm>
          <a:prstGeom prst="rect">
            <a:avLst/>
          </a:prstGeom>
        </p:spPr>
      </p:pic>
      <p:pic>
        <p:nvPicPr>
          <p:cNvPr id="14" name="Picture 13" descr="A person with long hair and a beard wearing sunglasses&#10;&#10;Description automatically generated">
            <a:extLst>
              <a:ext uri="{FF2B5EF4-FFF2-40B4-BE49-F238E27FC236}">
                <a16:creationId xmlns:a16="http://schemas.microsoft.com/office/drawing/2014/main" id="{AE9DB46C-ACF7-A736-8350-563AB29952A4}"/>
              </a:ext>
            </a:extLst>
          </p:cNvPr>
          <p:cNvPicPr>
            <a:picLocks noChangeAspect="1"/>
          </p:cNvPicPr>
          <p:nvPr/>
        </p:nvPicPr>
        <p:blipFill rotWithShape="1">
          <a:blip r:embed="rId6">
            <a:extLst>
              <a:ext uri="{28A0092B-C50C-407E-A947-70E740481C1C}">
                <a14:useLocalDpi xmlns:a14="http://schemas.microsoft.com/office/drawing/2010/main" val="0"/>
              </a:ext>
            </a:extLst>
          </a:blip>
          <a:srcRect l="4248" t="17766" r="4248" b="13606"/>
          <a:stretch/>
        </p:blipFill>
        <p:spPr>
          <a:xfrm>
            <a:off x="9391117" y="3724160"/>
            <a:ext cx="908076" cy="910275"/>
          </a:xfrm>
          <a:prstGeom prst="rect">
            <a:avLst/>
          </a:prstGeom>
        </p:spPr>
      </p:pic>
      <p:pic>
        <p:nvPicPr>
          <p:cNvPr id="15" name="Picture 14" descr="A person wearing glasses smiling&#10;&#10;Description automatically generated">
            <a:extLst>
              <a:ext uri="{FF2B5EF4-FFF2-40B4-BE49-F238E27FC236}">
                <a16:creationId xmlns:a16="http://schemas.microsoft.com/office/drawing/2014/main" id="{3DC49142-EE6F-C313-F34C-317D95268288}"/>
              </a:ext>
            </a:extLst>
          </p:cNvPr>
          <p:cNvPicPr>
            <a:picLocks noChangeAspect="1"/>
          </p:cNvPicPr>
          <p:nvPr/>
        </p:nvPicPr>
        <p:blipFill rotWithShape="1">
          <a:blip r:embed="rId7">
            <a:extLst>
              <a:ext uri="{28A0092B-C50C-407E-A947-70E740481C1C}">
                <a14:useLocalDpi xmlns:a14="http://schemas.microsoft.com/office/drawing/2010/main" val="0"/>
              </a:ext>
            </a:extLst>
          </a:blip>
          <a:srcRect l="-577" t="9140" r="577" b="20860"/>
          <a:stretch/>
        </p:blipFill>
        <p:spPr>
          <a:xfrm>
            <a:off x="664506" y="4643674"/>
            <a:ext cx="916745" cy="910275"/>
          </a:xfrm>
          <a:prstGeom prst="rect">
            <a:avLst/>
          </a:prstGeom>
        </p:spPr>
      </p:pic>
      <p:pic>
        <p:nvPicPr>
          <p:cNvPr id="16" name="Picture 15" descr="A person with a beard&#10;&#10;Description automatically generated">
            <a:extLst>
              <a:ext uri="{FF2B5EF4-FFF2-40B4-BE49-F238E27FC236}">
                <a16:creationId xmlns:a16="http://schemas.microsoft.com/office/drawing/2014/main" id="{B300AAA1-B552-1F5D-2077-E38F2FC8145F}"/>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394682" y="4635239"/>
            <a:ext cx="910275" cy="910275"/>
          </a:xfrm>
          <a:prstGeom prst="rect">
            <a:avLst/>
          </a:prstGeom>
        </p:spPr>
      </p:pic>
      <p:pic>
        <p:nvPicPr>
          <p:cNvPr id="17" name="Picture 16" descr="A person smiling at camera&#10;&#10;Description automatically generated">
            <a:extLst>
              <a:ext uri="{FF2B5EF4-FFF2-40B4-BE49-F238E27FC236}">
                <a16:creationId xmlns:a16="http://schemas.microsoft.com/office/drawing/2014/main" id="{8428DEAF-A521-3510-6E51-3A1AB88B75A9}"/>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6607876" y="4642064"/>
            <a:ext cx="916743" cy="911885"/>
          </a:xfrm>
          <a:prstGeom prst="rect">
            <a:avLst/>
          </a:prstGeom>
        </p:spPr>
      </p:pic>
      <p:sp>
        <p:nvSpPr>
          <p:cNvPr id="18" name="TextBox 17">
            <a:extLst>
              <a:ext uri="{FF2B5EF4-FFF2-40B4-BE49-F238E27FC236}">
                <a16:creationId xmlns:a16="http://schemas.microsoft.com/office/drawing/2014/main" id="{1E2B79B4-4F1E-BFFD-6AB1-561817C079DB}"/>
              </a:ext>
            </a:extLst>
          </p:cNvPr>
          <p:cNvSpPr txBox="1"/>
          <p:nvPr/>
        </p:nvSpPr>
        <p:spPr>
          <a:xfrm>
            <a:off x="10289503" y="4025409"/>
            <a:ext cx="1415772" cy="307777"/>
          </a:xfrm>
          <a:prstGeom prst="rect">
            <a:avLst/>
          </a:prstGeom>
          <a:noFill/>
        </p:spPr>
        <p:txBody>
          <a:bodyPr wrap="none" rtlCol="0">
            <a:spAutoFit/>
          </a:bodyPr>
          <a:lstStyle/>
          <a:p>
            <a:r>
              <a:rPr lang="en-US" sz="1400" b="1">
                <a:solidFill>
                  <a:schemeClr val="bg1">
                    <a:lumMod val="95000"/>
                  </a:schemeClr>
                </a:solidFill>
              </a:rPr>
              <a:t>Ryan N. Konno</a:t>
            </a:r>
            <a:endParaRPr lang="en-US" sz="2000" b="1">
              <a:solidFill>
                <a:schemeClr val="bg1">
                  <a:lumMod val="95000"/>
                </a:schemeClr>
              </a:solidFill>
            </a:endParaRPr>
          </a:p>
        </p:txBody>
      </p:sp>
      <p:sp>
        <p:nvSpPr>
          <p:cNvPr id="19" name="TextBox 18">
            <a:extLst>
              <a:ext uri="{FF2B5EF4-FFF2-40B4-BE49-F238E27FC236}">
                <a16:creationId xmlns:a16="http://schemas.microsoft.com/office/drawing/2014/main" id="{B7F9131E-FBE0-79D4-5EE5-6C8A446F0CE5}"/>
              </a:ext>
            </a:extLst>
          </p:cNvPr>
          <p:cNvSpPr txBox="1"/>
          <p:nvPr/>
        </p:nvSpPr>
        <p:spPr>
          <a:xfrm>
            <a:off x="1583059" y="4958701"/>
            <a:ext cx="1225015" cy="307777"/>
          </a:xfrm>
          <a:prstGeom prst="rect">
            <a:avLst/>
          </a:prstGeom>
          <a:noFill/>
        </p:spPr>
        <p:txBody>
          <a:bodyPr wrap="none" rtlCol="0">
            <a:spAutoFit/>
          </a:bodyPr>
          <a:lstStyle/>
          <a:p>
            <a:r>
              <a:rPr lang="en-US" sz="1400" b="1">
                <a:solidFill>
                  <a:schemeClr val="bg1">
                    <a:lumMod val="95000"/>
                  </a:schemeClr>
                </a:solidFill>
              </a:rPr>
              <a:t>Cassidy Tam</a:t>
            </a:r>
            <a:endParaRPr lang="en-US" sz="2000" b="1">
              <a:solidFill>
                <a:schemeClr val="bg1">
                  <a:lumMod val="95000"/>
                </a:schemeClr>
              </a:solidFill>
            </a:endParaRPr>
          </a:p>
        </p:txBody>
      </p:sp>
      <p:sp>
        <p:nvSpPr>
          <p:cNvPr id="20" name="TextBox 19">
            <a:extLst>
              <a:ext uri="{FF2B5EF4-FFF2-40B4-BE49-F238E27FC236}">
                <a16:creationId xmlns:a16="http://schemas.microsoft.com/office/drawing/2014/main" id="{CA1E6164-8C84-A1BE-AC76-074EE93C818C}"/>
              </a:ext>
            </a:extLst>
          </p:cNvPr>
          <p:cNvSpPr txBox="1"/>
          <p:nvPr/>
        </p:nvSpPr>
        <p:spPr>
          <a:xfrm>
            <a:off x="7510762" y="4949901"/>
            <a:ext cx="1665841" cy="307777"/>
          </a:xfrm>
          <a:prstGeom prst="rect">
            <a:avLst/>
          </a:prstGeom>
          <a:noFill/>
        </p:spPr>
        <p:txBody>
          <a:bodyPr wrap="none" rtlCol="0">
            <a:spAutoFit/>
          </a:bodyPr>
          <a:lstStyle/>
          <a:p>
            <a:r>
              <a:rPr lang="en-US" sz="1400" b="1">
                <a:solidFill>
                  <a:schemeClr val="bg1">
                    <a:lumMod val="95000"/>
                  </a:schemeClr>
                </a:solidFill>
              </a:rPr>
              <a:t>Stephanie A. Ross</a:t>
            </a:r>
            <a:endParaRPr lang="en-US" sz="2000" b="1">
              <a:solidFill>
                <a:schemeClr val="bg1">
                  <a:lumMod val="95000"/>
                </a:schemeClr>
              </a:solidFill>
            </a:endParaRPr>
          </a:p>
        </p:txBody>
      </p:sp>
      <p:sp>
        <p:nvSpPr>
          <p:cNvPr id="21" name="TextBox 20">
            <a:extLst>
              <a:ext uri="{FF2B5EF4-FFF2-40B4-BE49-F238E27FC236}">
                <a16:creationId xmlns:a16="http://schemas.microsoft.com/office/drawing/2014/main" id="{4D3E785B-1ECF-1875-A7C4-8B1D8DE7951D}"/>
              </a:ext>
            </a:extLst>
          </p:cNvPr>
          <p:cNvSpPr txBox="1"/>
          <p:nvPr/>
        </p:nvSpPr>
        <p:spPr>
          <a:xfrm>
            <a:off x="10299193" y="4859338"/>
            <a:ext cx="1306768" cy="307777"/>
          </a:xfrm>
          <a:prstGeom prst="rect">
            <a:avLst/>
          </a:prstGeom>
          <a:noFill/>
        </p:spPr>
        <p:txBody>
          <a:bodyPr wrap="none" rtlCol="0">
            <a:spAutoFit/>
          </a:bodyPr>
          <a:lstStyle/>
          <a:p>
            <a:r>
              <a:rPr lang="en-US" sz="1400" b="1">
                <a:solidFill>
                  <a:schemeClr val="bg1">
                    <a:lumMod val="95000"/>
                  </a:schemeClr>
                </a:solidFill>
              </a:rPr>
              <a:t>David S. Ryan</a:t>
            </a:r>
            <a:endParaRPr lang="en-US" sz="2000" b="1">
              <a:solidFill>
                <a:schemeClr val="bg1">
                  <a:lumMod val="95000"/>
                </a:schemeClr>
              </a:solidFill>
            </a:endParaRPr>
          </a:p>
        </p:txBody>
      </p:sp>
      <p:sp>
        <p:nvSpPr>
          <p:cNvPr id="22" name="TextBox 21">
            <a:extLst>
              <a:ext uri="{FF2B5EF4-FFF2-40B4-BE49-F238E27FC236}">
                <a16:creationId xmlns:a16="http://schemas.microsoft.com/office/drawing/2014/main" id="{DB7B8142-97E5-6E75-FFC6-BED61344ADCF}"/>
              </a:ext>
            </a:extLst>
          </p:cNvPr>
          <p:cNvSpPr txBox="1"/>
          <p:nvPr/>
        </p:nvSpPr>
        <p:spPr>
          <a:xfrm>
            <a:off x="1583059" y="5909193"/>
            <a:ext cx="1252266" cy="307777"/>
          </a:xfrm>
          <a:prstGeom prst="rect">
            <a:avLst/>
          </a:prstGeom>
          <a:noFill/>
        </p:spPr>
        <p:txBody>
          <a:bodyPr wrap="none" rtlCol="0">
            <a:spAutoFit/>
          </a:bodyPr>
          <a:lstStyle/>
          <a:p>
            <a:r>
              <a:rPr lang="en-US" sz="1400" b="1">
                <a:solidFill>
                  <a:schemeClr val="bg1">
                    <a:lumMod val="95000"/>
                  </a:schemeClr>
                </a:solidFill>
              </a:rPr>
              <a:t>Hadi Rahemi</a:t>
            </a:r>
            <a:endParaRPr lang="en-US" sz="2000" b="1">
              <a:solidFill>
                <a:schemeClr val="bg1">
                  <a:lumMod val="95000"/>
                </a:schemeClr>
              </a:solidFill>
            </a:endParaRPr>
          </a:p>
        </p:txBody>
      </p:sp>
      <p:sp>
        <p:nvSpPr>
          <p:cNvPr id="23" name="TextBox 22">
            <a:extLst>
              <a:ext uri="{FF2B5EF4-FFF2-40B4-BE49-F238E27FC236}">
                <a16:creationId xmlns:a16="http://schemas.microsoft.com/office/drawing/2014/main" id="{DDBB71B5-9609-ECDB-3294-F650AFF3EBFA}"/>
              </a:ext>
            </a:extLst>
          </p:cNvPr>
          <p:cNvSpPr txBox="1"/>
          <p:nvPr/>
        </p:nvSpPr>
        <p:spPr>
          <a:xfrm>
            <a:off x="4320712" y="5876837"/>
            <a:ext cx="1309974" cy="307777"/>
          </a:xfrm>
          <a:prstGeom prst="rect">
            <a:avLst/>
          </a:prstGeom>
          <a:noFill/>
        </p:spPr>
        <p:txBody>
          <a:bodyPr wrap="none" rtlCol="0">
            <a:spAutoFit/>
          </a:bodyPr>
          <a:lstStyle/>
          <a:p>
            <a:r>
              <a:rPr lang="en-US" sz="1400" b="1">
                <a:solidFill>
                  <a:schemeClr val="bg1">
                    <a:lumMod val="95000"/>
                  </a:schemeClr>
                </a:solidFill>
              </a:rPr>
              <a:t>Nilima Nigam</a:t>
            </a:r>
            <a:endParaRPr lang="en-US" sz="2000" b="1">
              <a:solidFill>
                <a:schemeClr val="bg1">
                  <a:lumMod val="95000"/>
                </a:schemeClr>
              </a:solidFill>
            </a:endParaRPr>
          </a:p>
        </p:txBody>
      </p:sp>
      <p:sp>
        <p:nvSpPr>
          <p:cNvPr id="24" name="TextBox 23">
            <a:extLst>
              <a:ext uri="{FF2B5EF4-FFF2-40B4-BE49-F238E27FC236}">
                <a16:creationId xmlns:a16="http://schemas.microsoft.com/office/drawing/2014/main" id="{402CFB9D-6B17-9D1C-481F-27C99D30F927}"/>
              </a:ext>
            </a:extLst>
          </p:cNvPr>
          <p:cNvSpPr txBox="1"/>
          <p:nvPr/>
        </p:nvSpPr>
        <p:spPr>
          <a:xfrm>
            <a:off x="7510762" y="5876837"/>
            <a:ext cx="1744388" cy="307777"/>
          </a:xfrm>
          <a:prstGeom prst="rect">
            <a:avLst/>
          </a:prstGeom>
          <a:noFill/>
        </p:spPr>
        <p:txBody>
          <a:bodyPr wrap="none" rtlCol="0">
            <a:spAutoFit/>
          </a:bodyPr>
          <a:lstStyle/>
          <a:p>
            <a:r>
              <a:rPr lang="en-US" sz="1400" b="1">
                <a:solidFill>
                  <a:schemeClr val="bg1">
                    <a:lumMod val="95000"/>
                  </a:schemeClr>
                </a:solidFill>
              </a:rPr>
              <a:t>James M. Wakeling</a:t>
            </a:r>
            <a:endParaRPr lang="en-US" sz="2000" b="1">
              <a:solidFill>
                <a:schemeClr val="bg1">
                  <a:lumMod val="95000"/>
                </a:schemeClr>
              </a:solidFill>
            </a:endParaRPr>
          </a:p>
        </p:txBody>
      </p:sp>
      <p:pic>
        <p:nvPicPr>
          <p:cNvPr id="25" name="Picture 24" descr="A person sitting at a table&#10;&#10;Description automatically generated">
            <a:extLst>
              <a:ext uri="{FF2B5EF4-FFF2-40B4-BE49-F238E27FC236}">
                <a16:creationId xmlns:a16="http://schemas.microsoft.com/office/drawing/2014/main" id="{D80CD59D-B4B9-6B28-681C-B3CC36B0F4D7}"/>
              </a:ext>
            </a:extLst>
          </p:cNvPr>
          <p:cNvPicPr>
            <a:picLocks noChangeAspect="1"/>
          </p:cNvPicPr>
          <p:nvPr/>
        </p:nvPicPr>
        <p:blipFill rotWithShape="1">
          <a:blip r:embed="rId10">
            <a:extLst>
              <a:ext uri="{28A0092B-C50C-407E-A947-70E740481C1C}">
                <a14:useLocalDpi xmlns:a14="http://schemas.microsoft.com/office/drawing/2010/main" val="0"/>
              </a:ext>
            </a:extLst>
          </a:blip>
          <a:srcRect/>
          <a:stretch/>
        </p:blipFill>
        <p:spPr>
          <a:xfrm>
            <a:off x="664507" y="3729883"/>
            <a:ext cx="912182" cy="912182"/>
          </a:xfrm>
          <a:prstGeom prst="rect">
            <a:avLst/>
          </a:prstGeom>
        </p:spPr>
      </p:pic>
      <p:sp>
        <p:nvSpPr>
          <p:cNvPr id="26" name="TextBox 25">
            <a:extLst>
              <a:ext uri="{FF2B5EF4-FFF2-40B4-BE49-F238E27FC236}">
                <a16:creationId xmlns:a16="http://schemas.microsoft.com/office/drawing/2014/main" id="{E1209E17-2EDC-3514-7EC2-B739A724E154}"/>
              </a:ext>
            </a:extLst>
          </p:cNvPr>
          <p:cNvSpPr txBox="1"/>
          <p:nvPr/>
        </p:nvSpPr>
        <p:spPr>
          <a:xfrm>
            <a:off x="1574782" y="4040797"/>
            <a:ext cx="1572866" cy="307777"/>
          </a:xfrm>
          <a:prstGeom prst="rect">
            <a:avLst/>
          </a:prstGeom>
          <a:noFill/>
        </p:spPr>
        <p:txBody>
          <a:bodyPr wrap="none" rtlCol="0">
            <a:spAutoFit/>
          </a:bodyPr>
          <a:lstStyle/>
          <a:p>
            <a:r>
              <a:rPr lang="en-US" sz="1400" b="1">
                <a:solidFill>
                  <a:schemeClr val="bg1">
                    <a:lumMod val="95000"/>
                  </a:schemeClr>
                </a:solidFill>
              </a:rPr>
              <a:t>Javier Almonacid</a:t>
            </a:r>
            <a:endParaRPr lang="en-US" sz="2000" b="1">
              <a:solidFill>
                <a:schemeClr val="bg1">
                  <a:lumMod val="95000"/>
                </a:schemeClr>
              </a:solidFill>
            </a:endParaRPr>
          </a:p>
        </p:txBody>
      </p:sp>
      <p:pic>
        <p:nvPicPr>
          <p:cNvPr id="28" name="Picture 27" descr="A person in a suit&#10;&#10;AI-generated content may be incorrect.">
            <a:extLst>
              <a:ext uri="{FF2B5EF4-FFF2-40B4-BE49-F238E27FC236}">
                <a16:creationId xmlns:a16="http://schemas.microsoft.com/office/drawing/2014/main" id="{C186A60C-C479-5457-7958-376B7B2C8717}"/>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3394881" y="3729882"/>
            <a:ext cx="912182" cy="912182"/>
          </a:xfrm>
          <a:prstGeom prst="rect">
            <a:avLst/>
          </a:prstGeom>
        </p:spPr>
      </p:pic>
      <p:pic>
        <p:nvPicPr>
          <p:cNvPr id="29" name="Picture 28">
            <a:extLst>
              <a:ext uri="{FF2B5EF4-FFF2-40B4-BE49-F238E27FC236}">
                <a16:creationId xmlns:a16="http://schemas.microsoft.com/office/drawing/2014/main" id="{ECAB6CD0-5AA2-E420-3E4D-2A968F4EC3F0}"/>
              </a:ext>
            </a:extLst>
          </p:cNvPr>
          <p:cNvPicPr>
            <a:picLocks noChangeAspect="1"/>
          </p:cNvPicPr>
          <p:nvPr/>
        </p:nvPicPr>
        <p:blipFill>
          <a:blip r:embed="rId12"/>
          <a:stretch>
            <a:fillRect/>
          </a:stretch>
        </p:blipFill>
        <p:spPr>
          <a:xfrm>
            <a:off x="6605768" y="3732671"/>
            <a:ext cx="920960" cy="920960"/>
          </a:xfrm>
          <a:prstGeom prst="rect">
            <a:avLst/>
          </a:prstGeom>
        </p:spPr>
      </p:pic>
      <p:sp>
        <p:nvSpPr>
          <p:cNvPr id="30" name="TextBox 29">
            <a:extLst>
              <a:ext uri="{FF2B5EF4-FFF2-40B4-BE49-F238E27FC236}">
                <a16:creationId xmlns:a16="http://schemas.microsoft.com/office/drawing/2014/main" id="{268562C7-C5BD-8A17-4122-C2776C33A252}"/>
              </a:ext>
            </a:extLst>
          </p:cNvPr>
          <p:cNvSpPr txBox="1"/>
          <p:nvPr/>
        </p:nvSpPr>
        <p:spPr>
          <a:xfrm>
            <a:off x="4279263" y="4047473"/>
            <a:ext cx="1398140" cy="307777"/>
          </a:xfrm>
          <a:prstGeom prst="rect">
            <a:avLst/>
          </a:prstGeom>
          <a:noFill/>
        </p:spPr>
        <p:txBody>
          <a:bodyPr wrap="none" rtlCol="0">
            <a:spAutoFit/>
          </a:bodyPr>
          <a:lstStyle/>
          <a:p>
            <a:r>
              <a:rPr lang="en-US" sz="1400" b="1">
                <a:solidFill>
                  <a:schemeClr val="bg1">
                    <a:lumMod val="95000"/>
                  </a:schemeClr>
                </a:solidFill>
              </a:rPr>
              <a:t>Harshil Pathak</a:t>
            </a:r>
            <a:endParaRPr lang="en-US" sz="2000" b="1">
              <a:solidFill>
                <a:schemeClr val="bg1">
                  <a:lumMod val="95000"/>
                </a:schemeClr>
              </a:solidFill>
            </a:endParaRPr>
          </a:p>
        </p:txBody>
      </p:sp>
      <p:sp>
        <p:nvSpPr>
          <p:cNvPr id="31" name="TextBox 30">
            <a:extLst>
              <a:ext uri="{FF2B5EF4-FFF2-40B4-BE49-F238E27FC236}">
                <a16:creationId xmlns:a16="http://schemas.microsoft.com/office/drawing/2014/main" id="{F384735C-1EE9-CB21-C7C5-82473DCDF21F}"/>
              </a:ext>
            </a:extLst>
          </p:cNvPr>
          <p:cNvSpPr txBox="1"/>
          <p:nvPr/>
        </p:nvSpPr>
        <p:spPr>
          <a:xfrm>
            <a:off x="7524619" y="4047473"/>
            <a:ext cx="1096775" cy="307777"/>
          </a:xfrm>
          <a:prstGeom prst="rect">
            <a:avLst/>
          </a:prstGeom>
          <a:noFill/>
        </p:spPr>
        <p:txBody>
          <a:bodyPr wrap="none" rtlCol="0">
            <a:spAutoFit/>
          </a:bodyPr>
          <a:lstStyle/>
          <a:p>
            <a:r>
              <a:rPr lang="en-US" sz="1400" b="1">
                <a:solidFill>
                  <a:schemeClr val="bg1">
                    <a:lumMod val="95000"/>
                  </a:schemeClr>
                </a:solidFill>
              </a:rPr>
              <a:t>Kshitij Patil</a:t>
            </a:r>
            <a:endParaRPr lang="en-US" sz="2000" b="1">
              <a:solidFill>
                <a:schemeClr val="bg1">
                  <a:lumMod val="95000"/>
                </a:schemeClr>
              </a:solidFill>
            </a:endParaRPr>
          </a:p>
        </p:txBody>
      </p:sp>
      <p:sp>
        <p:nvSpPr>
          <p:cNvPr id="32" name="TextBox 31">
            <a:extLst>
              <a:ext uri="{FF2B5EF4-FFF2-40B4-BE49-F238E27FC236}">
                <a16:creationId xmlns:a16="http://schemas.microsoft.com/office/drawing/2014/main" id="{9B022F69-3B70-B643-D35B-1FE0BD8B91A7}"/>
              </a:ext>
            </a:extLst>
          </p:cNvPr>
          <p:cNvSpPr txBox="1"/>
          <p:nvPr/>
        </p:nvSpPr>
        <p:spPr>
          <a:xfrm>
            <a:off x="4337725" y="4955155"/>
            <a:ext cx="1997663" cy="307777"/>
          </a:xfrm>
          <a:prstGeom prst="rect">
            <a:avLst/>
          </a:prstGeom>
          <a:noFill/>
        </p:spPr>
        <p:txBody>
          <a:bodyPr wrap="none" rtlCol="0">
            <a:spAutoFit/>
          </a:bodyPr>
          <a:lstStyle/>
          <a:p>
            <a:r>
              <a:rPr lang="en-US" sz="1400" b="1">
                <a:solidFill>
                  <a:schemeClr val="bg1">
                    <a:lumMod val="95000"/>
                  </a:schemeClr>
                </a:solidFill>
              </a:rPr>
              <a:t>Sebastian Dominguez</a:t>
            </a:r>
            <a:endParaRPr lang="en-US" sz="2000" b="1">
              <a:solidFill>
                <a:schemeClr val="bg1">
                  <a:lumMod val="95000"/>
                </a:schemeClr>
              </a:solidFill>
            </a:endParaRPr>
          </a:p>
        </p:txBody>
      </p:sp>
      <p:pic>
        <p:nvPicPr>
          <p:cNvPr id="34" name="Picture 33">
            <a:extLst>
              <a:ext uri="{FF2B5EF4-FFF2-40B4-BE49-F238E27FC236}">
                <a16:creationId xmlns:a16="http://schemas.microsoft.com/office/drawing/2014/main" id="{9CD08785-1AA0-DD58-11F5-32CEC8F87332}"/>
              </a:ext>
            </a:extLst>
          </p:cNvPr>
          <p:cNvPicPr>
            <a:picLocks noChangeAspect="1"/>
          </p:cNvPicPr>
          <p:nvPr/>
        </p:nvPicPr>
        <p:blipFill>
          <a:blip r:embed="rId13"/>
          <a:stretch>
            <a:fillRect/>
          </a:stretch>
        </p:blipFill>
        <p:spPr>
          <a:xfrm>
            <a:off x="647825" y="736513"/>
            <a:ext cx="501339" cy="501339"/>
          </a:xfrm>
          <a:prstGeom prst="rect">
            <a:avLst/>
          </a:prstGeom>
        </p:spPr>
      </p:pic>
      <p:sp>
        <p:nvSpPr>
          <p:cNvPr id="36" name="TextBox 35">
            <a:extLst>
              <a:ext uri="{FF2B5EF4-FFF2-40B4-BE49-F238E27FC236}">
                <a16:creationId xmlns:a16="http://schemas.microsoft.com/office/drawing/2014/main" id="{904CEE79-0A9B-A616-A393-B68FA3AB4193}"/>
              </a:ext>
            </a:extLst>
          </p:cNvPr>
          <p:cNvSpPr txBox="1"/>
          <p:nvPr/>
        </p:nvSpPr>
        <p:spPr>
          <a:xfrm>
            <a:off x="1273822" y="1399776"/>
            <a:ext cx="6618322" cy="683072"/>
          </a:xfrm>
          <a:prstGeom prst="rect">
            <a:avLst/>
          </a:prstGeom>
          <a:noFill/>
          <a:ln>
            <a:noFill/>
          </a:ln>
        </p:spPr>
        <p:style>
          <a:lnRef idx="2">
            <a:schemeClr val="dk1"/>
          </a:lnRef>
          <a:fillRef idx="1">
            <a:schemeClr val="lt1"/>
          </a:fillRef>
          <a:effectRef idx="0">
            <a:schemeClr val="dk1"/>
          </a:effectRef>
          <a:fontRef idx="minor">
            <a:schemeClr val="dk1"/>
          </a:fontRef>
        </p:style>
        <p:txBody>
          <a:bodyPr wrap="square" rtlCol="0">
            <a:spAutoFit/>
          </a:bodyPr>
          <a:lstStyle/>
          <a:p>
            <a:pPr>
              <a:lnSpc>
                <a:spcPct val="150000"/>
              </a:lnSpc>
            </a:pPr>
            <a:r>
              <a:rPr lang="en-US" sz="2800" err="1">
                <a:solidFill>
                  <a:schemeClr val="tx1"/>
                </a:solidFill>
                <a:latin typeface="+mj-lt"/>
              </a:rPr>
              <a:t>www.linkedin.com</a:t>
            </a:r>
            <a:r>
              <a:rPr lang="en-US" sz="2800">
                <a:solidFill>
                  <a:schemeClr val="tx1"/>
                </a:solidFill>
                <a:latin typeface="+mj-lt"/>
              </a:rPr>
              <a:t>/company/</a:t>
            </a:r>
            <a:r>
              <a:rPr lang="en-US" sz="2800" err="1">
                <a:solidFill>
                  <a:schemeClr val="tx1"/>
                </a:solidFill>
                <a:latin typeface="+mj-lt"/>
              </a:rPr>
              <a:t>sfu-nml</a:t>
            </a:r>
            <a:endParaRPr lang="en-US" sz="2800">
              <a:solidFill>
                <a:schemeClr val="tx1"/>
              </a:solidFill>
              <a:latin typeface="+mj-lt"/>
            </a:endParaRPr>
          </a:p>
        </p:txBody>
      </p:sp>
      <p:pic>
        <p:nvPicPr>
          <p:cNvPr id="37" name="Picture 36">
            <a:extLst>
              <a:ext uri="{FF2B5EF4-FFF2-40B4-BE49-F238E27FC236}">
                <a16:creationId xmlns:a16="http://schemas.microsoft.com/office/drawing/2014/main" id="{F460DFF7-8497-28F4-A23C-23BBBDE620D3}"/>
              </a:ext>
            </a:extLst>
          </p:cNvPr>
          <p:cNvPicPr>
            <a:picLocks noChangeAspect="1"/>
          </p:cNvPicPr>
          <p:nvPr/>
        </p:nvPicPr>
        <p:blipFill>
          <a:blip r:embed="rId14"/>
          <a:stretch>
            <a:fillRect/>
          </a:stretch>
        </p:blipFill>
        <p:spPr>
          <a:xfrm>
            <a:off x="647825" y="1469343"/>
            <a:ext cx="501340" cy="501340"/>
          </a:xfrm>
          <a:prstGeom prst="rect">
            <a:avLst/>
          </a:prstGeom>
        </p:spPr>
      </p:pic>
      <p:sp>
        <p:nvSpPr>
          <p:cNvPr id="2" name="Date Placeholder 1">
            <a:extLst>
              <a:ext uri="{FF2B5EF4-FFF2-40B4-BE49-F238E27FC236}">
                <a16:creationId xmlns:a16="http://schemas.microsoft.com/office/drawing/2014/main" id="{80EE5641-8968-FB68-D13F-7751A443E040}"/>
              </a:ext>
            </a:extLst>
          </p:cNvPr>
          <p:cNvSpPr>
            <a:spLocks noGrp="1"/>
          </p:cNvSpPr>
          <p:nvPr>
            <p:ph type="dt" sz="half" idx="10"/>
          </p:nvPr>
        </p:nvSpPr>
        <p:spPr/>
        <p:txBody>
          <a:bodyPr/>
          <a:lstStyle/>
          <a:p>
            <a:r>
              <a:rPr lang="en-CA"/>
              <a:t>March 20, 2026</a:t>
            </a:r>
          </a:p>
        </p:txBody>
      </p:sp>
      <p:sp>
        <p:nvSpPr>
          <p:cNvPr id="3" name="Footer Placeholder 2">
            <a:extLst>
              <a:ext uri="{FF2B5EF4-FFF2-40B4-BE49-F238E27FC236}">
                <a16:creationId xmlns:a16="http://schemas.microsoft.com/office/drawing/2014/main" id="{7127D3A7-722A-459B-6FB9-EB3E79B591B0}"/>
              </a:ext>
            </a:extLst>
          </p:cNvPr>
          <p:cNvSpPr>
            <a:spLocks noGrp="1"/>
          </p:cNvSpPr>
          <p:nvPr>
            <p:ph type="ftr" sz="quarter" idx="11"/>
          </p:nvPr>
        </p:nvSpPr>
        <p:spPr/>
        <p:txBody>
          <a:bodyPr/>
          <a:lstStyle/>
          <a:p>
            <a:r>
              <a:rPr lang="en-CA"/>
              <a:t>Flexodeal Tutorial 3</a:t>
            </a:r>
          </a:p>
        </p:txBody>
      </p:sp>
      <p:sp>
        <p:nvSpPr>
          <p:cNvPr id="4" name="Slide Number Placeholder 3">
            <a:extLst>
              <a:ext uri="{FF2B5EF4-FFF2-40B4-BE49-F238E27FC236}">
                <a16:creationId xmlns:a16="http://schemas.microsoft.com/office/drawing/2014/main" id="{7BAE5D27-18C6-3E8A-A65F-8D05E537AEFE}"/>
              </a:ext>
            </a:extLst>
          </p:cNvPr>
          <p:cNvSpPr>
            <a:spLocks noGrp="1"/>
          </p:cNvSpPr>
          <p:nvPr>
            <p:ph type="sldNum" sz="quarter" idx="12"/>
          </p:nvPr>
        </p:nvSpPr>
        <p:spPr/>
        <p:txBody>
          <a:bodyPr/>
          <a:lstStyle/>
          <a:p>
            <a:fld id="{0258E0DB-C08A-4E55-BA80-F4258B1DF3D5}" type="slidenum">
              <a:rPr lang="en-CA" smtClean="0"/>
              <a:t>21</a:t>
            </a:fld>
            <a:endParaRPr lang="en-CA"/>
          </a:p>
        </p:txBody>
      </p:sp>
    </p:spTree>
    <p:extLst>
      <p:ext uri="{BB962C8B-B14F-4D97-AF65-F5344CB8AC3E}">
        <p14:creationId xmlns:p14="http://schemas.microsoft.com/office/powerpoint/2010/main" val="360047545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Custom 3">
      <a:majorFont>
        <a:latin typeface="Exo Black"/>
        <a:ea typeface=""/>
        <a:cs typeface=""/>
      </a:majorFont>
      <a:minorFont>
        <a:latin typeface="Open Sans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3374</TotalTime>
  <Words>1905</Words>
  <Application>Microsoft Macintosh PowerPoint</Application>
  <PresentationFormat>Widescreen</PresentationFormat>
  <Paragraphs>249</Paragraphs>
  <Slides>21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21</vt:i4>
      </vt:variant>
    </vt:vector>
  </HeadingPairs>
  <TitlesOfParts>
    <vt:vector size="27" baseType="lpstr">
      <vt:lpstr>Aptos</vt:lpstr>
      <vt:lpstr>Arial</vt:lpstr>
      <vt:lpstr>Consolas</vt:lpstr>
      <vt:lpstr>Exo Black</vt:lpstr>
      <vt:lpstr>Open Sans Light</vt:lpstr>
      <vt:lpstr>Office Theme</vt:lpstr>
      <vt:lpstr>Tutorial 3: Code Development in Flexodeal</vt:lpstr>
      <vt:lpstr>Brief Recap of Previous Tutorials</vt:lpstr>
      <vt:lpstr>Recommended Workflow</vt:lpstr>
      <vt:lpstr>Forking a Repository</vt:lpstr>
      <vt:lpstr>Why Should You Track Your Changes?</vt:lpstr>
      <vt:lpstr>Main Goal</vt:lpstr>
      <vt:lpstr>PowerPoint Presentation</vt:lpstr>
      <vt:lpstr>Software Development Life Cycle (SDLC)</vt:lpstr>
      <vt:lpstr>Requirements Gathering and Analysis</vt:lpstr>
      <vt:lpstr>System Design: Mathematical Details</vt:lpstr>
      <vt:lpstr>Coding</vt:lpstr>
      <vt:lpstr>Coding</vt:lpstr>
      <vt:lpstr>Testing</vt:lpstr>
      <vt:lpstr>Force [N] at the +X Fixed End</vt:lpstr>
      <vt:lpstr>Git Workflow: Add, Commit, Push</vt:lpstr>
      <vt:lpstr>Deployment</vt:lpstr>
      <vt:lpstr>Contributing to Flexodeal: Key Questions </vt:lpstr>
      <vt:lpstr>Maintenance &amp; Support</vt:lpstr>
      <vt:lpstr>Best Software Development Practices</vt:lpstr>
      <vt:lpstr>More Resources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Javier Almonacid</dc:creator>
  <cp:lastModifiedBy>Javier Almonacid</cp:lastModifiedBy>
  <cp:revision>58</cp:revision>
  <dcterms:created xsi:type="dcterms:W3CDTF">2026-02-22T06:31:39Z</dcterms:created>
  <dcterms:modified xsi:type="dcterms:W3CDTF">2026-03-20T08:19:09Z</dcterms:modified>
</cp:coreProperties>
</file>